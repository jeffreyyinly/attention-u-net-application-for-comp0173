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893" r:id="rId4"/>
  </p:sldMasterIdLst>
  <p:sldIdLst>
    <p:sldId id="259" r:id="rId5"/>
  </p:sldIdLst>
  <p:sldSz cx="42800588" cy="3027521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2" pos="13458" userDrawn="1">
          <p15:clr>
            <a:srgbClr val="A4A3A4"/>
          </p15:clr>
        </p15:guide>
        <p15:guide id="3" orient="horz" pos="9564"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Petterson, Helen" initials="PH" lastIdx="1" clrIdx="0">
    <p:extLst>
      <p:ext uri="{19B8F6BF-5375-455C-9EA6-DF929625EA0E}">
        <p15:presenceInfo xmlns:p15="http://schemas.microsoft.com/office/powerpoint/2012/main" userId="S::ucyihcp@ucl.ac.uk::5f259b6b-27f6-4b09-8495-590a8edf8767"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2C152"/>
    <a:srgbClr val="FFCA36"/>
    <a:srgbClr val="FEF9E6"/>
    <a:srgbClr val="E6E6E6"/>
    <a:srgbClr val="FBF3F7"/>
    <a:srgbClr val="E6ECED"/>
    <a:srgbClr val="E5E5DE"/>
    <a:srgbClr val="F4F5EC"/>
    <a:srgbClr val="E6F5F6"/>
    <a:srgbClr val="F6F6F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中度样式 2 - 强调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8799B23B-EC83-4686-B30A-512413B5E67A}" styleName="浅色样式 3 - 强调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9205" autoAdjust="0"/>
    <p:restoredTop sz="92359" autoAdjust="0"/>
  </p:normalViewPr>
  <p:slideViewPr>
    <p:cSldViewPr snapToGrid="0" showGuides="1">
      <p:cViewPr>
        <p:scale>
          <a:sx n="24" d="100"/>
          <a:sy n="24" d="100"/>
        </p:scale>
        <p:origin x="1161" y="-87"/>
      </p:cViewPr>
      <p:guideLst>
        <p:guide pos="13458"/>
        <p:guide orient="horz" pos="9564"/>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presProps" Target="presProp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commentAuthors" Target="commentAuthors.xml"/><Relationship Id="rId11" Type="http://schemas.microsoft.com/office/2016/11/relationships/changesInfo" Target="changesInfos/changesInfo1.xml"/><Relationship Id="rId5" Type="http://schemas.openxmlformats.org/officeDocument/2006/relationships/slide" Target="slides/slide1.xml"/><Relationship Id="rId10"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etterson, Helen" userId="5f259b6b-27f6-4b09-8495-590a8edf8767" providerId="ADAL" clId="{1260E1B0-20C4-440E-8A7D-333FC313707D}"/>
    <pc:docChg chg="modSld modMainMaster">
      <pc:chgData name="Petterson, Helen" userId="5f259b6b-27f6-4b09-8495-590a8edf8767" providerId="ADAL" clId="{1260E1B0-20C4-440E-8A7D-333FC313707D}" dt="2020-08-07T16:09:09.839" v="1" actId="1076"/>
      <pc:docMkLst>
        <pc:docMk/>
      </pc:docMkLst>
      <pc:sldChg chg="modSp mod">
        <pc:chgData name="Petterson, Helen" userId="5f259b6b-27f6-4b09-8495-590a8edf8767" providerId="ADAL" clId="{1260E1B0-20C4-440E-8A7D-333FC313707D}" dt="2020-08-07T16:05:24.010" v="0" actId="20577"/>
        <pc:sldMkLst>
          <pc:docMk/>
          <pc:sldMk cId="4132740526" sldId="258"/>
        </pc:sldMkLst>
        <pc:spChg chg="mod">
          <ac:chgData name="Petterson, Helen" userId="5f259b6b-27f6-4b09-8495-590a8edf8767" providerId="ADAL" clId="{1260E1B0-20C4-440E-8A7D-333FC313707D}" dt="2020-08-07T16:05:24.010" v="0" actId="20577"/>
          <ac:spMkLst>
            <pc:docMk/>
            <pc:sldMk cId="4132740526" sldId="258"/>
            <ac:spMk id="4" creationId="{E717F2E3-0F23-40E2-AF20-1D03692788BA}"/>
          </ac:spMkLst>
        </pc:spChg>
      </pc:sldChg>
      <pc:sldMasterChg chg="modSldLayout">
        <pc:chgData name="Petterson, Helen" userId="5f259b6b-27f6-4b09-8495-590a8edf8767" providerId="ADAL" clId="{1260E1B0-20C4-440E-8A7D-333FC313707D}" dt="2020-08-07T16:09:09.839" v="1" actId="1076"/>
        <pc:sldMasterMkLst>
          <pc:docMk/>
          <pc:sldMasterMk cId="1683172250" sldId="2147483817"/>
        </pc:sldMasterMkLst>
        <pc:sldLayoutChg chg="modSp mod">
          <pc:chgData name="Petterson, Helen" userId="5f259b6b-27f6-4b09-8495-590a8edf8767" providerId="ADAL" clId="{1260E1B0-20C4-440E-8A7D-333FC313707D}" dt="2020-08-07T16:09:09.839" v="1" actId="1076"/>
          <pc:sldLayoutMkLst>
            <pc:docMk/>
            <pc:sldMasterMk cId="1683172250" sldId="2147483817"/>
            <pc:sldLayoutMk cId="2847910631" sldId="2147483829"/>
          </pc:sldLayoutMkLst>
          <pc:spChg chg="mod">
            <ac:chgData name="Petterson, Helen" userId="5f259b6b-27f6-4b09-8495-590a8edf8767" providerId="ADAL" clId="{1260E1B0-20C4-440E-8A7D-333FC313707D}" dt="2020-08-07T16:09:09.839" v="1" actId="1076"/>
            <ac:spMkLst>
              <pc:docMk/>
              <pc:sldMasterMk cId="1683172250" sldId="2147483817"/>
              <pc:sldLayoutMk cId="2847910631" sldId="2147483829"/>
              <ac:spMk id="10" creationId="{00000000-0000-0000-0000-000000000000}"/>
            </ac:spMkLst>
          </pc:spChg>
        </pc:sldLayoutChg>
      </pc:sldMaster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A0 Landscape Poster - blank">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1058785" y="919091"/>
            <a:ext cx="40717941" cy="1089401"/>
          </a:xfrm>
          <a:prstGeom prst="rect">
            <a:avLst/>
          </a:prstGeom>
        </p:spPr>
        <p:txBody>
          <a:bodyPr wrap="square" lIns="0">
            <a:spAutoFit/>
          </a:bodyPr>
          <a:lstStyle>
            <a:lvl1pPr>
              <a:defRPr sz="7199" b="1">
                <a:solidFill>
                  <a:schemeClr val="tx1"/>
                </a:solidFill>
              </a:defRPr>
            </a:lvl1pPr>
          </a:lstStyle>
          <a:p>
            <a:r>
              <a:rPr lang="en-US" dirty="0"/>
              <a:t>Click to add title – Arial bold 72pt</a:t>
            </a:r>
            <a:endParaRPr lang="en-GB" dirty="0"/>
          </a:p>
        </p:txBody>
      </p:sp>
      <p:sp>
        <p:nvSpPr>
          <p:cNvPr id="6" name="Text Placeholder 5"/>
          <p:cNvSpPr>
            <a:spLocks noGrp="1"/>
          </p:cNvSpPr>
          <p:nvPr>
            <p:ph type="body" sz="quarter" idx="10" hasCustomPrompt="1"/>
          </p:nvPr>
        </p:nvSpPr>
        <p:spPr>
          <a:xfrm>
            <a:off x="1058786" y="2716524"/>
            <a:ext cx="35504166" cy="757130"/>
          </a:xfrm>
          <a:prstGeom prst="rect">
            <a:avLst/>
          </a:prstGeom>
        </p:spPr>
        <p:txBody>
          <a:bodyPr wrap="square" lIns="0">
            <a:spAutoFit/>
          </a:bodyPr>
          <a:lstStyle>
            <a:lvl1pPr marL="0" marR="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sz="4800" b="1" baseline="0">
                <a:solidFill>
                  <a:schemeClr val="tx1"/>
                </a:solidFill>
                <a:latin typeface="+mj-lt"/>
              </a:defRPr>
            </a:lvl1pPr>
          </a:lstStyle>
          <a:p>
            <a:pPr marL="0" marR="0" lvl="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a:pPr>
            <a:r>
              <a:rPr lang="en-US" dirty="0"/>
              <a:t>Click to add authors – Arial bold 48pt</a:t>
            </a:r>
          </a:p>
        </p:txBody>
      </p:sp>
      <p:sp>
        <p:nvSpPr>
          <p:cNvPr id="8" name="Text Placeholder 7"/>
          <p:cNvSpPr>
            <a:spLocks noGrp="1"/>
          </p:cNvSpPr>
          <p:nvPr>
            <p:ph type="body" sz="quarter" idx="11" hasCustomPrompt="1"/>
          </p:nvPr>
        </p:nvSpPr>
        <p:spPr>
          <a:xfrm>
            <a:off x="1058785" y="4074785"/>
            <a:ext cx="35504166" cy="480131"/>
          </a:xfrm>
          <a:prstGeom prst="rect">
            <a:avLst/>
          </a:prstGeom>
        </p:spPr>
        <p:txBody>
          <a:bodyPr wrap="square" lIns="0">
            <a:spAutoFit/>
          </a:bodyPr>
          <a:lstStyle>
            <a:lvl1pPr marL="0" indent="0">
              <a:buNone/>
              <a:defRPr sz="2800" b="1">
                <a:solidFill>
                  <a:schemeClr val="tx1"/>
                </a:solidFill>
                <a:latin typeface="+mj-lt"/>
              </a:defRPr>
            </a:lvl1pPr>
          </a:lstStyle>
          <a:p>
            <a:pPr lvl="0"/>
            <a:r>
              <a:rPr lang="en-US" dirty="0"/>
              <a:t>Click to add </a:t>
            </a:r>
            <a:r>
              <a:rPr lang="en-US" dirty="0" err="1"/>
              <a:t>affilliations</a:t>
            </a:r>
            <a:r>
              <a:rPr lang="en-US" dirty="0"/>
              <a:t> – Arial bold 28pt</a:t>
            </a:r>
            <a:endParaRPr lang="en-GB" dirty="0"/>
          </a:p>
        </p:txBody>
      </p:sp>
      <p:sp>
        <p:nvSpPr>
          <p:cNvPr id="4" name="Text Placeholder 3"/>
          <p:cNvSpPr>
            <a:spLocks noGrp="1"/>
          </p:cNvSpPr>
          <p:nvPr>
            <p:ph type="body" sz="quarter" idx="14" hasCustomPrompt="1"/>
          </p:nvPr>
        </p:nvSpPr>
        <p:spPr>
          <a:xfrm>
            <a:off x="36605035" y="2745635"/>
            <a:ext cx="6191541" cy="2444871"/>
          </a:xfrm>
          <a:prstGeom prst="rect">
            <a:avLst/>
          </a:prstGeom>
          <a:noFill/>
          <a:ln w="41275">
            <a:noFill/>
            <a:prstDash val="sysDash"/>
          </a:ln>
        </p:spPr>
        <p:txBody>
          <a:bodyPr>
            <a:noAutofit/>
          </a:bodyPr>
          <a:lstStyle>
            <a:lvl1pPr marL="0" indent="0">
              <a:buNone/>
              <a:defRPr sz="3816" baseline="0">
                <a:solidFill>
                  <a:schemeClr val="tx1"/>
                </a:solidFill>
              </a:defRPr>
            </a:lvl1pPr>
            <a:lvl2pPr>
              <a:defRPr sz="4294"/>
            </a:lvl2pPr>
            <a:lvl3pPr>
              <a:defRPr sz="3816"/>
            </a:lvl3pPr>
            <a:lvl4pPr>
              <a:defRPr sz="3180"/>
            </a:lvl4pPr>
            <a:lvl5pPr>
              <a:defRPr sz="3180"/>
            </a:lvl5pPr>
          </a:lstStyle>
          <a:p>
            <a:pPr lvl="0"/>
            <a:r>
              <a:rPr lang="en-GB" dirty="0"/>
              <a:t>Keep this area clear</a:t>
            </a:r>
          </a:p>
        </p:txBody>
      </p:sp>
      <p:sp>
        <p:nvSpPr>
          <p:cNvPr id="20" name="Text Placeholder 19"/>
          <p:cNvSpPr>
            <a:spLocks noGrp="1"/>
          </p:cNvSpPr>
          <p:nvPr>
            <p:ph type="body" sz="quarter" idx="13" hasCustomPrompt="1"/>
          </p:nvPr>
        </p:nvSpPr>
        <p:spPr>
          <a:xfrm>
            <a:off x="1058784" y="28641677"/>
            <a:ext cx="12419679" cy="1238250"/>
          </a:xfrm>
          <a:prstGeom prst="rect">
            <a:avLst/>
          </a:prstGeom>
        </p:spPr>
        <p:txBody>
          <a:bodyPr>
            <a:normAutofit/>
          </a:bodyPr>
          <a:lstStyle>
            <a:lvl1pPr marL="0" indent="0">
              <a:buNone/>
              <a:defRPr sz="2800" baseline="0">
                <a:solidFill>
                  <a:schemeClr val="tx1"/>
                </a:solidFill>
              </a:defRPr>
            </a:lvl1pPr>
          </a:lstStyle>
          <a:p>
            <a:pPr lvl="0"/>
            <a:r>
              <a:rPr lang="en-US" dirty="0"/>
              <a:t>Add contact details here</a:t>
            </a:r>
            <a:endParaRPr lang="en-GB" dirty="0"/>
          </a:p>
        </p:txBody>
      </p:sp>
      <p:sp>
        <p:nvSpPr>
          <p:cNvPr id="18" name="Text Placeholder 17"/>
          <p:cNvSpPr>
            <a:spLocks noGrp="1"/>
          </p:cNvSpPr>
          <p:nvPr>
            <p:ph type="body" sz="quarter" idx="12" hasCustomPrompt="1"/>
          </p:nvPr>
        </p:nvSpPr>
        <p:spPr>
          <a:xfrm>
            <a:off x="29642776" y="28641677"/>
            <a:ext cx="12133950" cy="1238250"/>
          </a:xfrm>
          <a:prstGeom prst="rect">
            <a:avLst/>
          </a:prstGeom>
        </p:spPr>
        <p:txBody>
          <a:bodyPr>
            <a:normAutofit/>
          </a:bodyPr>
          <a:lstStyle>
            <a:lvl1pPr marL="0" indent="0" algn="r">
              <a:buNone/>
              <a:defRPr sz="2800" baseline="0">
                <a:solidFill>
                  <a:schemeClr val="tx1"/>
                </a:solidFill>
              </a:defRPr>
            </a:lvl1pPr>
          </a:lstStyle>
          <a:p>
            <a:pPr lvl="0"/>
            <a:r>
              <a:rPr lang="en-US" dirty="0"/>
              <a:t>Add collaborator logos here</a:t>
            </a:r>
          </a:p>
        </p:txBody>
      </p:sp>
    </p:spTree>
    <p:extLst>
      <p:ext uri="{BB962C8B-B14F-4D97-AF65-F5344CB8AC3E}">
        <p14:creationId xmlns:p14="http://schemas.microsoft.com/office/powerpoint/2010/main" val="3293963972"/>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3684">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0 Landscape Poster -  3 column guides">
    <p:spTree>
      <p:nvGrpSpPr>
        <p:cNvPr id="1" name=""/>
        <p:cNvGrpSpPr/>
        <p:nvPr/>
      </p:nvGrpSpPr>
      <p:grpSpPr>
        <a:xfrm>
          <a:off x="0" y="0"/>
          <a:ext cx="0" cy="0"/>
          <a:chOff x="0" y="0"/>
          <a:chExt cx="0" cy="0"/>
        </a:xfrm>
      </p:grpSpPr>
      <p:sp>
        <p:nvSpPr>
          <p:cNvPr id="10" name="Title 1"/>
          <p:cNvSpPr>
            <a:spLocks noGrp="1"/>
          </p:cNvSpPr>
          <p:nvPr>
            <p:ph type="title" hasCustomPrompt="1"/>
          </p:nvPr>
        </p:nvSpPr>
        <p:spPr>
          <a:xfrm>
            <a:off x="1058785" y="919091"/>
            <a:ext cx="40717941" cy="1089401"/>
          </a:xfrm>
          <a:prstGeom prst="rect">
            <a:avLst/>
          </a:prstGeom>
        </p:spPr>
        <p:txBody>
          <a:bodyPr wrap="square" lIns="0">
            <a:spAutoFit/>
          </a:bodyPr>
          <a:lstStyle>
            <a:lvl1pPr>
              <a:defRPr sz="7199" b="1">
                <a:solidFill>
                  <a:schemeClr val="tx1"/>
                </a:solidFill>
              </a:defRPr>
            </a:lvl1pPr>
          </a:lstStyle>
          <a:p>
            <a:r>
              <a:rPr lang="en-US" dirty="0"/>
              <a:t>Click to add title – Arial bold 72pt</a:t>
            </a:r>
            <a:endParaRPr lang="en-GB" dirty="0"/>
          </a:p>
        </p:txBody>
      </p:sp>
      <p:sp>
        <p:nvSpPr>
          <p:cNvPr id="11" name="Text Placeholder 5"/>
          <p:cNvSpPr>
            <a:spLocks noGrp="1"/>
          </p:cNvSpPr>
          <p:nvPr>
            <p:ph type="body" sz="quarter" idx="10" hasCustomPrompt="1"/>
          </p:nvPr>
        </p:nvSpPr>
        <p:spPr>
          <a:xfrm>
            <a:off x="1058786" y="2716524"/>
            <a:ext cx="35504166" cy="757130"/>
          </a:xfrm>
          <a:prstGeom prst="rect">
            <a:avLst/>
          </a:prstGeom>
        </p:spPr>
        <p:txBody>
          <a:bodyPr wrap="square" lIns="0">
            <a:spAutoFit/>
          </a:bodyPr>
          <a:lstStyle>
            <a:lvl1pPr marL="0" marR="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sz="4800" b="1" baseline="0">
                <a:solidFill>
                  <a:schemeClr val="tx1"/>
                </a:solidFill>
                <a:latin typeface="+mj-lt"/>
              </a:defRPr>
            </a:lvl1pPr>
          </a:lstStyle>
          <a:p>
            <a:pPr marL="0" marR="0" lvl="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a:pPr>
            <a:r>
              <a:rPr lang="en-US" dirty="0"/>
              <a:t>Click to add authors – Arial bold 48pt</a:t>
            </a:r>
          </a:p>
        </p:txBody>
      </p:sp>
      <p:sp>
        <p:nvSpPr>
          <p:cNvPr id="13" name="Text Placeholder 7"/>
          <p:cNvSpPr>
            <a:spLocks noGrp="1"/>
          </p:cNvSpPr>
          <p:nvPr>
            <p:ph type="body" sz="quarter" idx="11" hasCustomPrompt="1"/>
          </p:nvPr>
        </p:nvSpPr>
        <p:spPr>
          <a:xfrm>
            <a:off x="1058785" y="4074786"/>
            <a:ext cx="35504166" cy="480131"/>
          </a:xfrm>
          <a:prstGeom prst="rect">
            <a:avLst/>
          </a:prstGeom>
        </p:spPr>
        <p:txBody>
          <a:bodyPr wrap="square" lIns="0">
            <a:spAutoFit/>
          </a:bodyPr>
          <a:lstStyle>
            <a:lvl1pPr marL="0" marR="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sz="2800" b="1">
                <a:solidFill>
                  <a:schemeClr val="tx1"/>
                </a:solidFill>
                <a:latin typeface="+mj-lt"/>
              </a:defRPr>
            </a:lvl1pPr>
          </a:lstStyle>
          <a:p>
            <a:pPr marL="0" marR="0" lvl="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a:pPr>
            <a:r>
              <a:rPr lang="en-US" dirty="0"/>
              <a:t>Click to add </a:t>
            </a:r>
            <a:r>
              <a:rPr lang="en-US" dirty="0" err="1"/>
              <a:t>affilliations</a:t>
            </a:r>
            <a:r>
              <a:rPr lang="en-US" dirty="0"/>
              <a:t> – Arial bold 28pt</a:t>
            </a:r>
            <a:endParaRPr lang="en-GB" dirty="0"/>
          </a:p>
        </p:txBody>
      </p:sp>
      <p:sp>
        <p:nvSpPr>
          <p:cNvPr id="14" name="Text Placeholder 3"/>
          <p:cNvSpPr>
            <a:spLocks noGrp="1"/>
          </p:cNvSpPr>
          <p:nvPr>
            <p:ph type="body" sz="quarter" idx="14" hasCustomPrompt="1"/>
          </p:nvPr>
        </p:nvSpPr>
        <p:spPr>
          <a:xfrm>
            <a:off x="36605035" y="2745635"/>
            <a:ext cx="6191541" cy="2444871"/>
          </a:xfrm>
          <a:prstGeom prst="rect">
            <a:avLst/>
          </a:prstGeom>
          <a:noFill/>
          <a:ln w="41275">
            <a:noFill/>
            <a:prstDash val="sysDash"/>
          </a:ln>
        </p:spPr>
        <p:txBody>
          <a:bodyPr>
            <a:noAutofit/>
          </a:bodyPr>
          <a:lstStyle>
            <a:lvl1pPr marL="0" indent="0">
              <a:buNone/>
              <a:defRPr sz="3816" baseline="0">
                <a:solidFill>
                  <a:schemeClr val="tx1"/>
                </a:solidFill>
              </a:defRPr>
            </a:lvl1pPr>
            <a:lvl2pPr>
              <a:defRPr sz="4294"/>
            </a:lvl2pPr>
            <a:lvl3pPr>
              <a:defRPr sz="3816"/>
            </a:lvl3pPr>
            <a:lvl4pPr>
              <a:defRPr sz="3180"/>
            </a:lvl4pPr>
            <a:lvl5pPr>
              <a:defRPr sz="3180"/>
            </a:lvl5pPr>
          </a:lstStyle>
          <a:p>
            <a:pPr lvl="0"/>
            <a:r>
              <a:rPr lang="en-GB" dirty="0"/>
              <a:t>Keep this area clear</a:t>
            </a:r>
          </a:p>
        </p:txBody>
      </p:sp>
      <p:sp>
        <p:nvSpPr>
          <p:cNvPr id="15" name="Text Placeholder 19"/>
          <p:cNvSpPr>
            <a:spLocks noGrp="1"/>
          </p:cNvSpPr>
          <p:nvPr>
            <p:ph type="body" sz="quarter" idx="13" hasCustomPrompt="1"/>
          </p:nvPr>
        </p:nvSpPr>
        <p:spPr>
          <a:xfrm>
            <a:off x="1058784" y="28641677"/>
            <a:ext cx="12419679" cy="1238250"/>
          </a:xfrm>
          <a:prstGeom prst="rect">
            <a:avLst/>
          </a:prstGeom>
        </p:spPr>
        <p:txBody>
          <a:bodyPr>
            <a:normAutofit/>
          </a:bodyPr>
          <a:lstStyle>
            <a:lvl1pPr marL="0" indent="0">
              <a:buNone/>
              <a:defRPr sz="2800" baseline="0">
                <a:solidFill>
                  <a:schemeClr val="tx1"/>
                </a:solidFill>
              </a:defRPr>
            </a:lvl1pPr>
          </a:lstStyle>
          <a:p>
            <a:pPr lvl="0"/>
            <a:r>
              <a:rPr lang="en-US" dirty="0"/>
              <a:t>Add contact details here</a:t>
            </a:r>
            <a:endParaRPr lang="en-GB" dirty="0"/>
          </a:p>
        </p:txBody>
      </p:sp>
      <p:sp>
        <p:nvSpPr>
          <p:cNvPr id="17" name="Text Placeholder 17"/>
          <p:cNvSpPr>
            <a:spLocks noGrp="1"/>
          </p:cNvSpPr>
          <p:nvPr>
            <p:ph type="body" sz="quarter" idx="12" hasCustomPrompt="1"/>
          </p:nvPr>
        </p:nvSpPr>
        <p:spPr>
          <a:xfrm>
            <a:off x="29642776" y="28641677"/>
            <a:ext cx="12133950" cy="1238250"/>
          </a:xfrm>
          <a:prstGeom prst="rect">
            <a:avLst/>
          </a:prstGeom>
        </p:spPr>
        <p:txBody>
          <a:bodyPr>
            <a:normAutofit/>
          </a:bodyPr>
          <a:lstStyle>
            <a:lvl1pPr marL="0" indent="0" algn="r">
              <a:buNone/>
              <a:defRPr sz="2800" baseline="0">
                <a:solidFill>
                  <a:schemeClr val="tx1"/>
                </a:solidFill>
              </a:defRPr>
            </a:lvl1pPr>
          </a:lstStyle>
          <a:p>
            <a:pPr lvl="0"/>
            <a:r>
              <a:rPr lang="en-US" dirty="0"/>
              <a:t>Add collaborator logos here</a:t>
            </a:r>
          </a:p>
        </p:txBody>
      </p:sp>
    </p:spTree>
    <p:extLst>
      <p:ext uri="{BB962C8B-B14F-4D97-AF65-F5344CB8AC3E}">
        <p14:creationId xmlns:p14="http://schemas.microsoft.com/office/powerpoint/2010/main" val="1281628808"/>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8899">
          <p15:clr>
            <a:srgbClr val="FBAE40"/>
          </p15:clr>
        </p15:guide>
        <p15:guide id="2" pos="9353">
          <p15:clr>
            <a:srgbClr val="FBAE40"/>
          </p15:clr>
        </p15:guide>
        <p15:guide id="3" pos="17608">
          <p15:clr>
            <a:srgbClr val="FBAE40"/>
          </p15:clr>
        </p15:guide>
        <p15:guide id="4" pos="18062">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A0 Landscape Poster - 3 columns v2">
    <p:spTree>
      <p:nvGrpSpPr>
        <p:cNvPr id="1" name=""/>
        <p:cNvGrpSpPr/>
        <p:nvPr/>
      </p:nvGrpSpPr>
      <p:grpSpPr>
        <a:xfrm>
          <a:off x="0" y="0"/>
          <a:ext cx="0" cy="0"/>
          <a:chOff x="0" y="0"/>
          <a:chExt cx="0" cy="0"/>
        </a:xfrm>
      </p:grpSpPr>
      <p:sp>
        <p:nvSpPr>
          <p:cNvPr id="10" name="Title 1"/>
          <p:cNvSpPr>
            <a:spLocks noGrp="1"/>
          </p:cNvSpPr>
          <p:nvPr>
            <p:ph type="title" hasCustomPrompt="1"/>
          </p:nvPr>
        </p:nvSpPr>
        <p:spPr>
          <a:xfrm>
            <a:off x="1058785" y="919091"/>
            <a:ext cx="40717941" cy="1089401"/>
          </a:xfrm>
          <a:prstGeom prst="rect">
            <a:avLst/>
          </a:prstGeom>
        </p:spPr>
        <p:txBody>
          <a:bodyPr wrap="square" lIns="0">
            <a:spAutoFit/>
          </a:bodyPr>
          <a:lstStyle>
            <a:lvl1pPr>
              <a:defRPr sz="7199" b="1">
                <a:solidFill>
                  <a:schemeClr val="tx1"/>
                </a:solidFill>
              </a:defRPr>
            </a:lvl1pPr>
          </a:lstStyle>
          <a:p>
            <a:r>
              <a:rPr lang="en-US" dirty="0"/>
              <a:t>Click to add title – Arial bold 72pt</a:t>
            </a:r>
            <a:endParaRPr lang="en-GB" dirty="0"/>
          </a:p>
        </p:txBody>
      </p:sp>
      <p:sp>
        <p:nvSpPr>
          <p:cNvPr id="11" name="Text Placeholder 5"/>
          <p:cNvSpPr>
            <a:spLocks noGrp="1"/>
          </p:cNvSpPr>
          <p:nvPr>
            <p:ph type="body" sz="quarter" idx="10" hasCustomPrompt="1"/>
          </p:nvPr>
        </p:nvSpPr>
        <p:spPr>
          <a:xfrm>
            <a:off x="1058786" y="2716524"/>
            <a:ext cx="35504166" cy="757130"/>
          </a:xfrm>
          <a:prstGeom prst="rect">
            <a:avLst/>
          </a:prstGeom>
        </p:spPr>
        <p:txBody>
          <a:bodyPr wrap="square" lIns="0">
            <a:spAutoFit/>
          </a:bodyPr>
          <a:lstStyle>
            <a:lvl1pPr marL="0" marR="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sz="4800" b="1" baseline="0">
                <a:solidFill>
                  <a:schemeClr val="tx1"/>
                </a:solidFill>
                <a:latin typeface="+mj-lt"/>
              </a:defRPr>
            </a:lvl1pPr>
          </a:lstStyle>
          <a:p>
            <a:pPr marL="0" marR="0" lvl="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a:pPr>
            <a:r>
              <a:rPr lang="en-US" dirty="0"/>
              <a:t>Click to add authors – Arial bold 48pt</a:t>
            </a:r>
          </a:p>
        </p:txBody>
      </p:sp>
      <p:sp>
        <p:nvSpPr>
          <p:cNvPr id="13" name="Text Placeholder 7"/>
          <p:cNvSpPr>
            <a:spLocks noGrp="1"/>
          </p:cNvSpPr>
          <p:nvPr>
            <p:ph type="body" sz="quarter" idx="11" hasCustomPrompt="1"/>
          </p:nvPr>
        </p:nvSpPr>
        <p:spPr>
          <a:xfrm>
            <a:off x="1058785" y="4074786"/>
            <a:ext cx="35504166" cy="480131"/>
          </a:xfrm>
          <a:prstGeom prst="rect">
            <a:avLst/>
          </a:prstGeom>
        </p:spPr>
        <p:txBody>
          <a:bodyPr wrap="square" lIns="0">
            <a:spAutoFit/>
          </a:bodyPr>
          <a:lstStyle>
            <a:lvl1pPr marL="0" marR="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sz="2800" b="1">
                <a:solidFill>
                  <a:schemeClr val="tx1"/>
                </a:solidFill>
                <a:latin typeface="+mj-lt"/>
              </a:defRPr>
            </a:lvl1pPr>
          </a:lstStyle>
          <a:p>
            <a:pPr marL="0" marR="0" lvl="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a:pPr>
            <a:r>
              <a:rPr lang="en-US" dirty="0"/>
              <a:t>Click to add </a:t>
            </a:r>
            <a:r>
              <a:rPr lang="en-US" dirty="0" err="1"/>
              <a:t>affilliations</a:t>
            </a:r>
            <a:r>
              <a:rPr lang="en-US" dirty="0"/>
              <a:t> – Arial bold 28pt</a:t>
            </a:r>
            <a:endParaRPr lang="en-GB" dirty="0"/>
          </a:p>
        </p:txBody>
      </p:sp>
      <p:sp>
        <p:nvSpPr>
          <p:cNvPr id="14" name="Text Placeholder 3"/>
          <p:cNvSpPr>
            <a:spLocks noGrp="1"/>
          </p:cNvSpPr>
          <p:nvPr>
            <p:ph type="body" sz="quarter" idx="14" hasCustomPrompt="1"/>
          </p:nvPr>
        </p:nvSpPr>
        <p:spPr>
          <a:xfrm>
            <a:off x="36605035" y="2745635"/>
            <a:ext cx="6191541" cy="2444871"/>
          </a:xfrm>
          <a:prstGeom prst="rect">
            <a:avLst/>
          </a:prstGeom>
          <a:noFill/>
          <a:ln w="41275">
            <a:noFill/>
            <a:prstDash val="sysDash"/>
          </a:ln>
        </p:spPr>
        <p:txBody>
          <a:bodyPr>
            <a:noAutofit/>
          </a:bodyPr>
          <a:lstStyle>
            <a:lvl1pPr marL="0" indent="0">
              <a:buNone/>
              <a:defRPr sz="3816" baseline="0">
                <a:solidFill>
                  <a:schemeClr val="tx1"/>
                </a:solidFill>
              </a:defRPr>
            </a:lvl1pPr>
            <a:lvl2pPr>
              <a:defRPr sz="4294"/>
            </a:lvl2pPr>
            <a:lvl3pPr>
              <a:defRPr sz="3816"/>
            </a:lvl3pPr>
            <a:lvl4pPr>
              <a:defRPr sz="3180"/>
            </a:lvl4pPr>
            <a:lvl5pPr>
              <a:defRPr sz="3180"/>
            </a:lvl5pPr>
          </a:lstStyle>
          <a:p>
            <a:pPr lvl="0"/>
            <a:r>
              <a:rPr lang="en-GB" dirty="0"/>
              <a:t>Keep this area clear</a:t>
            </a:r>
          </a:p>
        </p:txBody>
      </p:sp>
      <p:sp>
        <p:nvSpPr>
          <p:cNvPr id="20" name="Rectangle 19">
            <a:extLst>
              <a:ext uri="{C183D7F6-B498-43B3-948B-1728B52AA6E4}">
                <adec:decorative xmlns:adec="http://schemas.microsoft.com/office/drawing/2017/decorative" val="1"/>
              </a:ext>
            </a:extLst>
          </p:cNvPr>
          <p:cNvSpPr/>
          <p:nvPr/>
        </p:nvSpPr>
        <p:spPr>
          <a:xfrm>
            <a:off x="1022351" y="5857198"/>
            <a:ext cx="13104812" cy="769687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21" name="Content Placeholder 2">
            <a:extLst>
              <a:ext uri="{C183D7F6-B498-43B3-948B-1728B52AA6E4}">
                <adec:decorative xmlns:adec="http://schemas.microsoft.com/office/drawing/2017/decorative" val="0"/>
              </a:ext>
            </a:extLst>
          </p:cNvPr>
          <p:cNvSpPr>
            <a:spLocks noGrp="1"/>
          </p:cNvSpPr>
          <p:nvPr>
            <p:ph sz="quarter" idx="18" hasCustomPrompt="1"/>
          </p:nvPr>
        </p:nvSpPr>
        <p:spPr>
          <a:xfrm>
            <a:off x="1022351" y="5857198"/>
            <a:ext cx="13104812" cy="7706971"/>
          </a:xfrm>
          <a:prstGeom prst="rect">
            <a:avLst/>
          </a:prstGeom>
        </p:spPr>
        <p:txBody>
          <a:bodyPr/>
          <a:lstStyle>
            <a:lvl1pPr marL="0" marR="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lang="en-US" sz="4000" b="0" kern="1200" dirty="0" smtClean="0">
                <a:solidFill>
                  <a:schemeClr val="tx1"/>
                </a:solidFill>
                <a:latin typeface="+mj-lt"/>
                <a:ea typeface="+mn-ea"/>
                <a:cs typeface="+mn-cs"/>
              </a:defRPr>
            </a:lvl1pPr>
            <a:lvl2pPr marL="2406990" indent="-802331" algn="l" defTabSz="3209320" rtl="0" eaLnBrk="1" latinLnBrk="0" hangingPunct="1">
              <a:lnSpc>
                <a:spcPct val="90000"/>
              </a:lnSpc>
              <a:buFont typeface="Arial" panose="020B0604020202020204" pitchFamily="34" charset="0"/>
              <a:buChar char="•"/>
              <a:defRPr lang="en-US" sz="4000" b="1" kern="1200" dirty="0" smtClean="0">
                <a:solidFill>
                  <a:schemeClr val="tx1"/>
                </a:solidFill>
                <a:latin typeface="+mj-lt"/>
                <a:ea typeface="+mn-ea"/>
                <a:cs typeface="+mn-cs"/>
              </a:defRPr>
            </a:lvl2pPr>
            <a:lvl3pPr marL="4011651" indent="-802331" algn="l" defTabSz="3209320" rtl="0" eaLnBrk="1" latinLnBrk="0" hangingPunct="1">
              <a:lnSpc>
                <a:spcPct val="90000"/>
              </a:lnSpc>
              <a:buFont typeface="Arial" panose="020B0604020202020204" pitchFamily="34" charset="0"/>
              <a:buChar char="•"/>
              <a:defRPr lang="en-US" sz="2400" b="0" kern="1200" dirty="0" smtClean="0">
                <a:solidFill>
                  <a:schemeClr val="tx1"/>
                </a:solidFill>
                <a:latin typeface="+mn-lt"/>
                <a:ea typeface="+mn-ea"/>
                <a:cs typeface="+mn-cs"/>
              </a:defRPr>
            </a:lvl3pPr>
            <a:lvl4pPr marL="5616311" indent="-802331" algn="l" defTabSz="3209320" rtl="0" eaLnBrk="1" latinLnBrk="0" hangingPunct="1">
              <a:lnSpc>
                <a:spcPct val="90000"/>
              </a:lnSpc>
              <a:buFont typeface="Arial" panose="020B0604020202020204" pitchFamily="34" charset="0"/>
              <a:buChar char="•"/>
              <a:defRPr lang="en-US" sz="4800" b="1" kern="1200" dirty="0" smtClean="0">
                <a:solidFill>
                  <a:schemeClr val="tx1"/>
                </a:solidFill>
                <a:latin typeface="+mj-lt"/>
                <a:ea typeface="+mn-ea"/>
                <a:cs typeface="+mn-cs"/>
              </a:defRPr>
            </a:lvl4pPr>
            <a:lvl5pPr marL="7220972" indent="-802331" algn="l" defTabSz="3209320" rtl="0" eaLnBrk="1" latinLnBrk="0" hangingPunct="1">
              <a:lnSpc>
                <a:spcPct val="90000"/>
              </a:lnSpc>
              <a:buFont typeface="Arial" panose="020B0604020202020204" pitchFamily="34" charset="0"/>
              <a:buChar char="•"/>
              <a:defRPr lang="en-GB" sz="4800" b="1" kern="1200" dirty="0" smtClean="0">
                <a:solidFill>
                  <a:schemeClr val="tx1"/>
                </a:solidFill>
                <a:latin typeface="+mj-lt"/>
                <a:ea typeface="+mn-ea"/>
                <a:cs typeface="+mn-cs"/>
              </a:defRPr>
            </a:lvl5pPr>
          </a:lstStyle>
          <a:p>
            <a:pPr marL="0" marR="0" lvl="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a:pPr>
            <a:r>
              <a:rPr lang="en-US" dirty="0"/>
              <a:t>Click here to add text or choose graphic icon below</a:t>
            </a:r>
          </a:p>
        </p:txBody>
      </p:sp>
      <p:sp>
        <p:nvSpPr>
          <p:cNvPr id="4" name="Rectangle 3">
            <a:extLst>
              <a:ext uri="{C183D7F6-B498-43B3-948B-1728B52AA6E4}">
                <adec:decorative xmlns:adec="http://schemas.microsoft.com/office/drawing/2017/decorative" val="1"/>
              </a:ext>
            </a:extLst>
          </p:cNvPr>
          <p:cNvSpPr/>
          <p:nvPr/>
        </p:nvSpPr>
        <p:spPr>
          <a:xfrm>
            <a:off x="1022400" y="14290306"/>
            <a:ext cx="13104000" cy="1330537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5" name="Content Placeholder 4"/>
          <p:cNvSpPr>
            <a:spLocks noGrp="1"/>
          </p:cNvSpPr>
          <p:nvPr>
            <p:ph sz="quarter" idx="22" hasCustomPrompt="1"/>
          </p:nvPr>
        </p:nvSpPr>
        <p:spPr>
          <a:xfrm>
            <a:off x="1022400" y="14290306"/>
            <a:ext cx="13104000" cy="13305376"/>
          </a:xfrm>
          <a:prstGeom prst="rect">
            <a:avLst/>
          </a:prstGeom>
        </p:spPr>
        <p:txBody>
          <a:bodyPr/>
          <a:lstStyle>
            <a:lvl1pPr marL="0" marR="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lang="en-US" sz="4000" b="0" kern="1200" dirty="0" smtClean="0">
                <a:solidFill>
                  <a:schemeClr val="tx1"/>
                </a:solidFill>
                <a:latin typeface="+mj-lt"/>
                <a:ea typeface="+mn-ea"/>
                <a:cs typeface="+mn-cs"/>
              </a:defRPr>
            </a:lvl1pPr>
          </a:lstStyle>
          <a:p>
            <a:pPr marL="0" marR="0" lvl="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a:pPr>
            <a:r>
              <a:rPr lang="en-US" dirty="0"/>
              <a:t>Click here to add text or choose graphic icon below</a:t>
            </a:r>
          </a:p>
        </p:txBody>
      </p:sp>
      <p:sp>
        <p:nvSpPr>
          <p:cNvPr id="18" name="Rectangle 17">
            <a:extLst>
              <a:ext uri="{C183D7F6-B498-43B3-948B-1728B52AA6E4}">
                <adec:decorative xmlns:adec="http://schemas.microsoft.com/office/drawing/2017/decorative" val="1"/>
              </a:ext>
            </a:extLst>
          </p:cNvPr>
          <p:cNvSpPr/>
          <p:nvPr/>
        </p:nvSpPr>
        <p:spPr>
          <a:xfrm>
            <a:off x="14858565" y="5857198"/>
            <a:ext cx="13094134" cy="1333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12" name="Content Placeholder 2"/>
          <p:cNvSpPr>
            <a:spLocks noGrp="1"/>
          </p:cNvSpPr>
          <p:nvPr>
            <p:ph sz="quarter" idx="16" hasCustomPrompt="1"/>
          </p:nvPr>
        </p:nvSpPr>
        <p:spPr>
          <a:xfrm>
            <a:off x="14857200" y="5857198"/>
            <a:ext cx="13095499" cy="13338000"/>
          </a:xfrm>
          <a:prstGeom prst="rect">
            <a:avLst/>
          </a:prstGeom>
        </p:spPr>
        <p:txBody>
          <a:bodyPr/>
          <a:lstStyle>
            <a:lvl1pPr marL="0" marR="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lang="en-US" sz="4000" b="0" kern="1200" dirty="0" smtClean="0">
                <a:solidFill>
                  <a:schemeClr val="tx1"/>
                </a:solidFill>
                <a:latin typeface="+mj-lt"/>
                <a:ea typeface="+mn-ea"/>
                <a:cs typeface="+mn-cs"/>
              </a:defRPr>
            </a:lvl1pPr>
            <a:lvl2pPr marL="1604660" indent="0" algn="l" defTabSz="3209320" rtl="0" eaLnBrk="1" latinLnBrk="0" hangingPunct="1">
              <a:lnSpc>
                <a:spcPct val="90000"/>
              </a:lnSpc>
              <a:buFont typeface="Arial" panose="020B0604020202020204" pitchFamily="34" charset="0"/>
              <a:buNone/>
              <a:defRPr lang="en-US" sz="4000" b="1" kern="1200" dirty="0" smtClean="0">
                <a:solidFill>
                  <a:schemeClr val="tx1"/>
                </a:solidFill>
                <a:latin typeface="+mj-lt"/>
                <a:ea typeface="+mn-ea"/>
                <a:cs typeface="+mn-cs"/>
              </a:defRPr>
            </a:lvl2pPr>
            <a:lvl3pPr marL="3209320" indent="0" algn="l" defTabSz="3209320" rtl="0" eaLnBrk="1" latinLnBrk="0" hangingPunct="1">
              <a:lnSpc>
                <a:spcPct val="90000"/>
              </a:lnSpc>
              <a:buFont typeface="Arial" panose="020B0604020202020204" pitchFamily="34" charset="0"/>
              <a:buNone/>
              <a:defRPr lang="en-US" sz="2400" b="0" kern="1200" dirty="0" smtClean="0">
                <a:solidFill>
                  <a:schemeClr val="tx1"/>
                </a:solidFill>
                <a:latin typeface="+mj-lt"/>
                <a:ea typeface="+mn-ea"/>
                <a:cs typeface="+mn-cs"/>
              </a:defRPr>
            </a:lvl3pPr>
          </a:lstStyle>
          <a:p>
            <a:pPr marL="0" marR="0" lvl="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a:pPr>
            <a:r>
              <a:rPr lang="en-US" dirty="0"/>
              <a:t>Click here to add text or choose graphic icon below</a:t>
            </a:r>
          </a:p>
        </p:txBody>
      </p:sp>
      <p:sp>
        <p:nvSpPr>
          <p:cNvPr id="24" name="Rectangle 23">
            <a:extLst>
              <a:ext uri="{C183D7F6-B498-43B3-948B-1728B52AA6E4}">
                <adec:decorative xmlns:adec="http://schemas.microsoft.com/office/drawing/2017/decorative" val="1"/>
              </a:ext>
            </a:extLst>
          </p:cNvPr>
          <p:cNvSpPr/>
          <p:nvPr/>
        </p:nvSpPr>
        <p:spPr>
          <a:xfrm>
            <a:off x="14858237" y="19889788"/>
            <a:ext cx="13094463" cy="770589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25" name="Content Placeholder 2"/>
          <p:cNvSpPr>
            <a:spLocks noGrp="1"/>
          </p:cNvSpPr>
          <p:nvPr>
            <p:ph sz="quarter" idx="20" hasCustomPrompt="1"/>
          </p:nvPr>
        </p:nvSpPr>
        <p:spPr>
          <a:xfrm>
            <a:off x="14858236" y="19889788"/>
            <a:ext cx="13094463" cy="7705894"/>
          </a:xfrm>
          <a:prstGeom prst="rect">
            <a:avLst/>
          </a:prstGeom>
        </p:spPr>
        <p:txBody>
          <a:bodyPr/>
          <a:lstStyle>
            <a:lvl1pPr marL="0" marR="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lang="en-US" sz="4000" b="0" kern="1200" dirty="0" smtClean="0">
                <a:solidFill>
                  <a:schemeClr val="tx1"/>
                </a:solidFill>
                <a:latin typeface="+mj-lt"/>
                <a:ea typeface="+mn-ea"/>
                <a:cs typeface="+mn-cs"/>
              </a:defRPr>
            </a:lvl1pPr>
            <a:lvl2pPr marL="2406990" indent="-802331" algn="l" defTabSz="3209320" rtl="0" eaLnBrk="1" latinLnBrk="0" hangingPunct="1">
              <a:lnSpc>
                <a:spcPct val="90000"/>
              </a:lnSpc>
              <a:buFont typeface="Arial" panose="020B0604020202020204" pitchFamily="34" charset="0"/>
              <a:buChar char="•"/>
              <a:defRPr lang="en-US" sz="4000" b="1" kern="1200" dirty="0" smtClean="0">
                <a:solidFill>
                  <a:schemeClr val="tx1"/>
                </a:solidFill>
                <a:latin typeface="+mj-lt"/>
                <a:ea typeface="+mn-ea"/>
                <a:cs typeface="+mn-cs"/>
              </a:defRPr>
            </a:lvl2pPr>
            <a:lvl3pPr marL="4011651" indent="-802331" algn="l" defTabSz="3209320" rtl="0" eaLnBrk="1" latinLnBrk="0" hangingPunct="1">
              <a:lnSpc>
                <a:spcPct val="90000"/>
              </a:lnSpc>
              <a:buFont typeface="Arial" panose="020B0604020202020204" pitchFamily="34" charset="0"/>
              <a:buChar char="•"/>
              <a:defRPr lang="en-US" sz="2400" b="0" kern="1200" dirty="0" smtClean="0">
                <a:solidFill>
                  <a:schemeClr val="tx1"/>
                </a:solidFill>
                <a:latin typeface="+mn-lt"/>
                <a:ea typeface="+mn-ea"/>
                <a:cs typeface="+mn-cs"/>
              </a:defRPr>
            </a:lvl3pPr>
            <a:lvl4pPr marL="5616311" indent="-802331" algn="l" defTabSz="3209320" rtl="0" eaLnBrk="1" latinLnBrk="0" hangingPunct="1">
              <a:lnSpc>
                <a:spcPct val="90000"/>
              </a:lnSpc>
              <a:buFont typeface="Arial" panose="020B0604020202020204" pitchFamily="34" charset="0"/>
              <a:buChar char="•"/>
              <a:defRPr lang="en-US" sz="4800" b="1" kern="1200" dirty="0" smtClean="0">
                <a:solidFill>
                  <a:schemeClr val="tx1"/>
                </a:solidFill>
                <a:latin typeface="+mj-lt"/>
                <a:ea typeface="+mn-ea"/>
                <a:cs typeface="+mn-cs"/>
              </a:defRPr>
            </a:lvl4pPr>
            <a:lvl5pPr marL="7220972" indent="-802331" algn="l" defTabSz="3209320" rtl="0" eaLnBrk="1" latinLnBrk="0" hangingPunct="1">
              <a:lnSpc>
                <a:spcPct val="90000"/>
              </a:lnSpc>
              <a:buFont typeface="Arial" panose="020B0604020202020204" pitchFamily="34" charset="0"/>
              <a:buChar char="•"/>
              <a:defRPr lang="en-GB" sz="4800" b="1" kern="1200" dirty="0" smtClean="0">
                <a:solidFill>
                  <a:schemeClr val="tx1"/>
                </a:solidFill>
                <a:latin typeface="+mj-lt"/>
                <a:ea typeface="+mn-ea"/>
                <a:cs typeface="+mn-cs"/>
              </a:defRPr>
            </a:lvl5pPr>
          </a:lstStyle>
          <a:p>
            <a:pPr marL="0" marR="0" lvl="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a:pPr>
            <a:r>
              <a:rPr lang="en-US" dirty="0"/>
              <a:t>Click here to add text or choose graphic icon below</a:t>
            </a:r>
          </a:p>
        </p:txBody>
      </p:sp>
      <p:sp>
        <p:nvSpPr>
          <p:cNvPr id="19" name="Rectangle 18">
            <a:extLst>
              <a:ext uri="{C183D7F6-B498-43B3-948B-1728B52AA6E4}">
                <adec:decorative xmlns:adec="http://schemas.microsoft.com/office/drawing/2017/decorative" val="1"/>
              </a:ext>
            </a:extLst>
          </p:cNvPr>
          <p:cNvSpPr/>
          <p:nvPr/>
        </p:nvSpPr>
        <p:spPr>
          <a:xfrm>
            <a:off x="28674000" y="5857198"/>
            <a:ext cx="13104000" cy="770696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16" name="Content Placeholder 2"/>
          <p:cNvSpPr>
            <a:spLocks noGrp="1"/>
          </p:cNvSpPr>
          <p:nvPr>
            <p:ph sz="quarter" idx="17" hasCustomPrompt="1"/>
          </p:nvPr>
        </p:nvSpPr>
        <p:spPr>
          <a:xfrm>
            <a:off x="28674000" y="5857198"/>
            <a:ext cx="13104000" cy="7706969"/>
          </a:xfrm>
          <a:prstGeom prst="rect">
            <a:avLst/>
          </a:prstGeom>
        </p:spPr>
        <p:txBody>
          <a:bodyPr/>
          <a:lstStyle>
            <a:lvl1pPr marL="0" marR="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lang="en-US" sz="4000" b="0" kern="1200">
                <a:solidFill>
                  <a:schemeClr val="tx1"/>
                </a:solidFill>
                <a:latin typeface="+mj-lt"/>
                <a:ea typeface="+mn-ea"/>
                <a:cs typeface="+mn-cs"/>
              </a:defRPr>
            </a:lvl1pPr>
            <a:lvl2pPr marL="2406990" indent="-802331" algn="l" defTabSz="3209320" rtl="0" eaLnBrk="1" latinLnBrk="0" hangingPunct="1">
              <a:lnSpc>
                <a:spcPct val="90000"/>
              </a:lnSpc>
              <a:buFont typeface="Arial" panose="020B0604020202020204" pitchFamily="34" charset="0"/>
              <a:buChar char="•"/>
              <a:defRPr lang="en-US" sz="4000" b="1" kern="1200" dirty="0" smtClean="0">
                <a:solidFill>
                  <a:schemeClr val="tx1"/>
                </a:solidFill>
                <a:latin typeface="+mj-lt"/>
                <a:ea typeface="+mn-ea"/>
                <a:cs typeface="+mn-cs"/>
              </a:defRPr>
            </a:lvl2pPr>
            <a:lvl3pPr marL="4011651" indent="-802331" algn="l" defTabSz="3209320" rtl="0" eaLnBrk="1" latinLnBrk="0" hangingPunct="1">
              <a:lnSpc>
                <a:spcPct val="90000"/>
              </a:lnSpc>
              <a:buFont typeface="Arial" panose="020B0604020202020204" pitchFamily="34" charset="0"/>
              <a:buChar char="•"/>
              <a:defRPr lang="en-US" sz="2400" b="0" kern="1200" dirty="0" smtClean="0">
                <a:solidFill>
                  <a:schemeClr val="tx1"/>
                </a:solidFill>
                <a:latin typeface="+mn-lt"/>
                <a:ea typeface="+mn-ea"/>
                <a:cs typeface="+mn-cs"/>
              </a:defRPr>
            </a:lvl3pPr>
            <a:lvl4pPr marL="5616311" indent="-802331" algn="l" defTabSz="3209320" rtl="0" eaLnBrk="1" latinLnBrk="0" hangingPunct="1">
              <a:lnSpc>
                <a:spcPct val="90000"/>
              </a:lnSpc>
              <a:buFont typeface="Arial" panose="020B0604020202020204" pitchFamily="34" charset="0"/>
              <a:buChar char="•"/>
              <a:defRPr lang="en-US" sz="4800" b="1" kern="1200" dirty="0" smtClean="0">
                <a:solidFill>
                  <a:schemeClr val="tx1"/>
                </a:solidFill>
                <a:latin typeface="+mj-lt"/>
                <a:ea typeface="+mn-ea"/>
                <a:cs typeface="+mn-cs"/>
              </a:defRPr>
            </a:lvl4pPr>
            <a:lvl5pPr marL="7220972" indent="-802331" algn="l" defTabSz="3209320" rtl="0" eaLnBrk="1" latinLnBrk="0" hangingPunct="1">
              <a:lnSpc>
                <a:spcPct val="90000"/>
              </a:lnSpc>
              <a:buFont typeface="Arial" panose="020B0604020202020204" pitchFamily="34" charset="0"/>
              <a:buChar char="•"/>
              <a:defRPr lang="en-GB" sz="4800" b="1" kern="1200" dirty="0" smtClean="0">
                <a:solidFill>
                  <a:schemeClr val="tx1"/>
                </a:solidFill>
                <a:latin typeface="+mj-lt"/>
                <a:ea typeface="+mn-ea"/>
                <a:cs typeface="+mn-cs"/>
              </a:defRPr>
            </a:lvl5pPr>
          </a:lstStyle>
          <a:p>
            <a:pPr marL="0" marR="0" lvl="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a:pPr>
            <a:r>
              <a:rPr lang="en-US" dirty="0"/>
              <a:t>Click here to add text or choose graphic icon below</a:t>
            </a:r>
          </a:p>
        </p:txBody>
      </p:sp>
      <p:sp>
        <p:nvSpPr>
          <p:cNvPr id="22" name="Rectangle 21">
            <a:extLst>
              <a:ext uri="{C183D7F6-B498-43B3-948B-1728B52AA6E4}">
                <adec:decorative xmlns:adec="http://schemas.microsoft.com/office/drawing/2017/decorative" val="1"/>
              </a:ext>
            </a:extLst>
          </p:cNvPr>
          <p:cNvSpPr/>
          <p:nvPr/>
        </p:nvSpPr>
        <p:spPr>
          <a:xfrm>
            <a:off x="28674000" y="14290306"/>
            <a:ext cx="13104000" cy="768863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23" name="Content Placeholder 2"/>
          <p:cNvSpPr>
            <a:spLocks noGrp="1"/>
          </p:cNvSpPr>
          <p:nvPr>
            <p:ph sz="quarter" idx="19" hasCustomPrompt="1"/>
          </p:nvPr>
        </p:nvSpPr>
        <p:spPr>
          <a:xfrm>
            <a:off x="28674000" y="14290306"/>
            <a:ext cx="13104000" cy="7688632"/>
          </a:xfrm>
          <a:prstGeom prst="rect">
            <a:avLst/>
          </a:prstGeom>
        </p:spPr>
        <p:txBody>
          <a:bodyPr/>
          <a:lstStyle>
            <a:lvl1pPr marL="0" marR="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lang="en-US" sz="4000" b="0" kern="1200" dirty="0" smtClean="0">
                <a:solidFill>
                  <a:schemeClr val="tx1"/>
                </a:solidFill>
                <a:latin typeface="+mj-lt"/>
                <a:ea typeface="+mn-ea"/>
                <a:cs typeface="+mn-cs"/>
              </a:defRPr>
            </a:lvl1pPr>
            <a:lvl2pPr marL="2406990" indent="-802331" algn="l" defTabSz="3209320" rtl="0" eaLnBrk="1" latinLnBrk="0" hangingPunct="1">
              <a:lnSpc>
                <a:spcPct val="90000"/>
              </a:lnSpc>
              <a:buFont typeface="Arial" panose="020B0604020202020204" pitchFamily="34" charset="0"/>
              <a:buChar char="•"/>
              <a:defRPr lang="en-US" sz="4000" b="1" kern="1200" dirty="0" smtClean="0">
                <a:solidFill>
                  <a:schemeClr val="tx1"/>
                </a:solidFill>
                <a:latin typeface="+mj-lt"/>
                <a:ea typeface="+mn-ea"/>
                <a:cs typeface="+mn-cs"/>
              </a:defRPr>
            </a:lvl2pPr>
            <a:lvl3pPr marL="4011651" indent="-802331" algn="l" defTabSz="3209320" rtl="0" eaLnBrk="1" latinLnBrk="0" hangingPunct="1">
              <a:lnSpc>
                <a:spcPct val="90000"/>
              </a:lnSpc>
              <a:buFont typeface="Arial" panose="020B0604020202020204" pitchFamily="34" charset="0"/>
              <a:buChar char="•"/>
              <a:defRPr lang="en-US" sz="2400" b="0" kern="1200" dirty="0" smtClean="0">
                <a:solidFill>
                  <a:schemeClr val="tx1"/>
                </a:solidFill>
                <a:latin typeface="+mn-lt"/>
                <a:ea typeface="+mn-ea"/>
                <a:cs typeface="+mn-cs"/>
              </a:defRPr>
            </a:lvl3pPr>
            <a:lvl4pPr marL="5616311" indent="-802331" algn="l" defTabSz="3209320" rtl="0" eaLnBrk="1" latinLnBrk="0" hangingPunct="1">
              <a:lnSpc>
                <a:spcPct val="90000"/>
              </a:lnSpc>
              <a:buFont typeface="Arial" panose="020B0604020202020204" pitchFamily="34" charset="0"/>
              <a:buChar char="•"/>
              <a:defRPr lang="en-US" sz="4800" b="1" kern="1200" dirty="0" smtClean="0">
                <a:solidFill>
                  <a:schemeClr val="tx1"/>
                </a:solidFill>
                <a:latin typeface="+mj-lt"/>
                <a:ea typeface="+mn-ea"/>
                <a:cs typeface="+mn-cs"/>
              </a:defRPr>
            </a:lvl4pPr>
            <a:lvl5pPr marL="7220972" indent="-802331" algn="l" defTabSz="3209320" rtl="0" eaLnBrk="1" latinLnBrk="0" hangingPunct="1">
              <a:lnSpc>
                <a:spcPct val="90000"/>
              </a:lnSpc>
              <a:buFont typeface="Arial" panose="020B0604020202020204" pitchFamily="34" charset="0"/>
              <a:buChar char="•"/>
              <a:defRPr lang="en-GB" sz="4800" b="1" kern="1200" dirty="0" smtClean="0">
                <a:solidFill>
                  <a:schemeClr val="tx1"/>
                </a:solidFill>
                <a:latin typeface="+mj-lt"/>
                <a:ea typeface="+mn-ea"/>
                <a:cs typeface="+mn-cs"/>
              </a:defRPr>
            </a:lvl5pPr>
          </a:lstStyle>
          <a:p>
            <a:pPr marL="0" marR="0" lvl="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a:pPr>
            <a:r>
              <a:rPr lang="en-US" dirty="0"/>
              <a:t>Click here to add text or choose graphic icon below</a:t>
            </a:r>
          </a:p>
        </p:txBody>
      </p:sp>
      <p:sp>
        <p:nvSpPr>
          <p:cNvPr id="28" name="Rectangle 27">
            <a:extLst>
              <a:ext uri="{C183D7F6-B498-43B3-948B-1728B52AA6E4}">
                <adec:decorative xmlns:adec="http://schemas.microsoft.com/office/drawing/2017/decorative" val="1"/>
              </a:ext>
            </a:extLst>
          </p:cNvPr>
          <p:cNvSpPr/>
          <p:nvPr/>
        </p:nvSpPr>
        <p:spPr>
          <a:xfrm>
            <a:off x="28674000" y="22698000"/>
            <a:ext cx="13104000" cy="4896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29" name="Content Placeholder 2"/>
          <p:cNvSpPr>
            <a:spLocks noGrp="1"/>
          </p:cNvSpPr>
          <p:nvPr>
            <p:ph sz="quarter" idx="21" hasCustomPrompt="1"/>
          </p:nvPr>
        </p:nvSpPr>
        <p:spPr>
          <a:xfrm>
            <a:off x="28674000" y="22698075"/>
            <a:ext cx="13104000" cy="4897607"/>
          </a:xfrm>
          <a:prstGeom prst="rect">
            <a:avLst/>
          </a:prstGeom>
        </p:spPr>
        <p:txBody>
          <a:bodyPr/>
          <a:lstStyle>
            <a:lvl1pPr marL="0" marR="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lang="en-US" sz="4000" b="0" kern="1200" dirty="0" smtClean="0">
                <a:solidFill>
                  <a:schemeClr val="tx1"/>
                </a:solidFill>
                <a:latin typeface="+mj-lt"/>
                <a:ea typeface="+mn-ea"/>
                <a:cs typeface="+mn-cs"/>
              </a:defRPr>
            </a:lvl1pPr>
            <a:lvl2pPr marL="2406990" indent="-802331" algn="l" defTabSz="3209320" rtl="0" eaLnBrk="1" latinLnBrk="0" hangingPunct="1">
              <a:lnSpc>
                <a:spcPct val="90000"/>
              </a:lnSpc>
              <a:buFont typeface="Arial" panose="020B0604020202020204" pitchFamily="34" charset="0"/>
              <a:buChar char="•"/>
              <a:defRPr lang="en-US" sz="4000" b="1" kern="1200" dirty="0" smtClean="0">
                <a:solidFill>
                  <a:schemeClr val="tx1"/>
                </a:solidFill>
                <a:latin typeface="+mj-lt"/>
                <a:ea typeface="+mn-ea"/>
                <a:cs typeface="+mn-cs"/>
              </a:defRPr>
            </a:lvl2pPr>
            <a:lvl3pPr marL="4011651" indent="-802331" algn="l" defTabSz="3209320" rtl="0" eaLnBrk="1" latinLnBrk="0" hangingPunct="1">
              <a:lnSpc>
                <a:spcPct val="90000"/>
              </a:lnSpc>
              <a:buFont typeface="Arial" panose="020B0604020202020204" pitchFamily="34" charset="0"/>
              <a:buChar char="•"/>
              <a:defRPr lang="en-US" sz="2400" b="0" kern="1200" dirty="0" smtClean="0">
                <a:solidFill>
                  <a:schemeClr val="tx1"/>
                </a:solidFill>
                <a:latin typeface="+mn-lt"/>
                <a:ea typeface="+mn-ea"/>
                <a:cs typeface="+mn-cs"/>
              </a:defRPr>
            </a:lvl3pPr>
            <a:lvl4pPr marL="5616311" indent="-802331" algn="l" defTabSz="3209320" rtl="0" eaLnBrk="1" latinLnBrk="0" hangingPunct="1">
              <a:lnSpc>
                <a:spcPct val="90000"/>
              </a:lnSpc>
              <a:buFont typeface="Arial" panose="020B0604020202020204" pitchFamily="34" charset="0"/>
              <a:buChar char="•"/>
              <a:defRPr lang="en-US" sz="4800" b="1" kern="1200" dirty="0" smtClean="0">
                <a:solidFill>
                  <a:schemeClr val="tx1"/>
                </a:solidFill>
                <a:latin typeface="+mj-lt"/>
                <a:ea typeface="+mn-ea"/>
                <a:cs typeface="+mn-cs"/>
              </a:defRPr>
            </a:lvl4pPr>
            <a:lvl5pPr marL="7220972" indent="-802331" algn="l" defTabSz="3209320" rtl="0" eaLnBrk="1" latinLnBrk="0" hangingPunct="1">
              <a:lnSpc>
                <a:spcPct val="90000"/>
              </a:lnSpc>
              <a:buFont typeface="Arial" panose="020B0604020202020204" pitchFamily="34" charset="0"/>
              <a:buChar char="•"/>
              <a:defRPr lang="en-GB" sz="4800" b="1" kern="1200" dirty="0" smtClean="0">
                <a:solidFill>
                  <a:schemeClr val="tx1"/>
                </a:solidFill>
                <a:latin typeface="+mj-lt"/>
                <a:ea typeface="+mn-ea"/>
                <a:cs typeface="+mn-cs"/>
              </a:defRPr>
            </a:lvl5pPr>
          </a:lstStyle>
          <a:p>
            <a:pPr marL="0" marR="0" lvl="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a:pPr>
            <a:r>
              <a:rPr lang="en-US" dirty="0"/>
              <a:t>Click here to add text or choose graphic icon below</a:t>
            </a:r>
          </a:p>
        </p:txBody>
      </p:sp>
      <p:sp>
        <p:nvSpPr>
          <p:cNvPr id="15" name="Text Placeholder 19"/>
          <p:cNvSpPr>
            <a:spLocks noGrp="1"/>
          </p:cNvSpPr>
          <p:nvPr>
            <p:ph type="body" sz="quarter" idx="13" hasCustomPrompt="1"/>
          </p:nvPr>
        </p:nvSpPr>
        <p:spPr>
          <a:xfrm>
            <a:off x="1058784" y="28641677"/>
            <a:ext cx="12419679" cy="1238250"/>
          </a:xfrm>
          <a:prstGeom prst="rect">
            <a:avLst/>
          </a:prstGeom>
        </p:spPr>
        <p:txBody>
          <a:bodyPr>
            <a:normAutofit/>
          </a:bodyPr>
          <a:lstStyle>
            <a:lvl1pPr marL="0" indent="0">
              <a:buNone/>
              <a:defRPr sz="2800" baseline="0">
                <a:solidFill>
                  <a:schemeClr val="tx1"/>
                </a:solidFill>
              </a:defRPr>
            </a:lvl1pPr>
          </a:lstStyle>
          <a:p>
            <a:pPr lvl="0"/>
            <a:r>
              <a:rPr lang="en-US" dirty="0"/>
              <a:t>Add contact details here</a:t>
            </a:r>
            <a:endParaRPr lang="en-GB" dirty="0"/>
          </a:p>
        </p:txBody>
      </p:sp>
      <p:sp>
        <p:nvSpPr>
          <p:cNvPr id="17" name="Text Placeholder 17"/>
          <p:cNvSpPr>
            <a:spLocks noGrp="1"/>
          </p:cNvSpPr>
          <p:nvPr>
            <p:ph type="body" sz="quarter" idx="12" hasCustomPrompt="1"/>
          </p:nvPr>
        </p:nvSpPr>
        <p:spPr>
          <a:xfrm>
            <a:off x="29642776" y="28641677"/>
            <a:ext cx="12133950" cy="1238250"/>
          </a:xfrm>
          <a:prstGeom prst="rect">
            <a:avLst/>
          </a:prstGeom>
        </p:spPr>
        <p:txBody>
          <a:bodyPr>
            <a:normAutofit/>
          </a:bodyPr>
          <a:lstStyle>
            <a:lvl1pPr marL="0" indent="0" algn="r">
              <a:buNone/>
              <a:defRPr sz="2800" baseline="0">
                <a:solidFill>
                  <a:schemeClr val="tx1"/>
                </a:solidFill>
              </a:defRPr>
            </a:lvl1pPr>
          </a:lstStyle>
          <a:p>
            <a:pPr lvl="0"/>
            <a:r>
              <a:rPr lang="en-US" dirty="0"/>
              <a:t>Add collaborator logos here</a:t>
            </a:r>
          </a:p>
        </p:txBody>
      </p:sp>
    </p:spTree>
    <p:extLst>
      <p:ext uri="{BB962C8B-B14F-4D97-AF65-F5344CB8AC3E}">
        <p14:creationId xmlns:p14="http://schemas.microsoft.com/office/powerpoint/2010/main" val="239651081"/>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3684">
          <p15:clr>
            <a:srgbClr val="FBAE40"/>
          </p15:clr>
        </p15:guide>
        <p15:guide id="2" pos="8899">
          <p15:clr>
            <a:srgbClr val="FBAE40"/>
          </p15:clr>
        </p15:guide>
        <p15:guide id="3" pos="9353">
          <p15:clr>
            <a:srgbClr val="FBAE40"/>
          </p15:clr>
        </p15:guide>
        <p15:guide id="4" pos="17608">
          <p15:clr>
            <a:srgbClr val="FBAE40"/>
          </p15:clr>
        </p15:guide>
        <p15:guide id="5" pos="18062">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A0 Landscape Poster -  4 column guides">
    <p:spTree>
      <p:nvGrpSpPr>
        <p:cNvPr id="1" name=""/>
        <p:cNvGrpSpPr/>
        <p:nvPr/>
      </p:nvGrpSpPr>
      <p:grpSpPr>
        <a:xfrm>
          <a:off x="0" y="0"/>
          <a:ext cx="0" cy="0"/>
          <a:chOff x="0" y="0"/>
          <a:chExt cx="0" cy="0"/>
        </a:xfrm>
      </p:grpSpPr>
      <p:sp>
        <p:nvSpPr>
          <p:cNvPr id="10" name="Title 1" descr="Poster title"/>
          <p:cNvSpPr>
            <a:spLocks noGrp="1"/>
          </p:cNvSpPr>
          <p:nvPr>
            <p:ph type="title" hasCustomPrompt="1"/>
          </p:nvPr>
        </p:nvSpPr>
        <p:spPr>
          <a:xfrm>
            <a:off x="1058785" y="919091"/>
            <a:ext cx="40717941" cy="1089401"/>
          </a:xfrm>
          <a:prstGeom prst="rect">
            <a:avLst/>
          </a:prstGeom>
        </p:spPr>
        <p:txBody>
          <a:bodyPr wrap="square" lIns="0">
            <a:spAutoFit/>
          </a:bodyPr>
          <a:lstStyle>
            <a:lvl1pPr>
              <a:defRPr sz="7199" b="1">
                <a:solidFill>
                  <a:schemeClr val="tx1"/>
                </a:solidFill>
              </a:defRPr>
            </a:lvl1pPr>
          </a:lstStyle>
          <a:p>
            <a:r>
              <a:rPr lang="en-US" dirty="0"/>
              <a:t>Click to add title – Arial bold 72pt</a:t>
            </a:r>
            <a:endParaRPr lang="en-GB" dirty="0"/>
          </a:p>
        </p:txBody>
      </p:sp>
      <p:sp>
        <p:nvSpPr>
          <p:cNvPr id="11" name="Text Placeholder 5" descr="Authors"/>
          <p:cNvSpPr>
            <a:spLocks noGrp="1"/>
          </p:cNvSpPr>
          <p:nvPr>
            <p:ph type="body" sz="quarter" idx="10" hasCustomPrompt="1"/>
          </p:nvPr>
        </p:nvSpPr>
        <p:spPr>
          <a:xfrm>
            <a:off x="1058786" y="2716524"/>
            <a:ext cx="35504166" cy="757130"/>
          </a:xfrm>
          <a:prstGeom prst="rect">
            <a:avLst/>
          </a:prstGeom>
        </p:spPr>
        <p:txBody>
          <a:bodyPr wrap="square" lIns="0">
            <a:spAutoFit/>
          </a:bodyPr>
          <a:lstStyle>
            <a:lvl1pPr marL="0" marR="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sz="4800" b="1" baseline="0">
                <a:solidFill>
                  <a:schemeClr val="tx1"/>
                </a:solidFill>
                <a:latin typeface="+mj-lt"/>
              </a:defRPr>
            </a:lvl1pPr>
          </a:lstStyle>
          <a:p>
            <a:pPr marL="0" marR="0" lvl="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a:pPr>
            <a:r>
              <a:rPr lang="en-US" dirty="0"/>
              <a:t>Click to add authors – Arial bold 48pt</a:t>
            </a:r>
          </a:p>
        </p:txBody>
      </p:sp>
      <p:sp>
        <p:nvSpPr>
          <p:cNvPr id="13" name="Text Placeholder 7" descr="Department or institution"/>
          <p:cNvSpPr>
            <a:spLocks noGrp="1"/>
          </p:cNvSpPr>
          <p:nvPr>
            <p:ph type="body" sz="quarter" idx="11" hasCustomPrompt="1"/>
          </p:nvPr>
        </p:nvSpPr>
        <p:spPr>
          <a:xfrm>
            <a:off x="1058785" y="4074786"/>
            <a:ext cx="35504166" cy="480131"/>
          </a:xfrm>
          <a:prstGeom prst="rect">
            <a:avLst/>
          </a:prstGeom>
        </p:spPr>
        <p:txBody>
          <a:bodyPr wrap="square" lIns="0">
            <a:spAutoFit/>
          </a:bodyPr>
          <a:lstStyle>
            <a:lvl1pPr marL="0" marR="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sz="2800" b="1">
                <a:solidFill>
                  <a:schemeClr val="tx1"/>
                </a:solidFill>
                <a:latin typeface="+mj-lt"/>
              </a:defRPr>
            </a:lvl1pPr>
          </a:lstStyle>
          <a:p>
            <a:pPr marL="0" marR="0" lvl="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a:pPr>
            <a:r>
              <a:rPr lang="en-US" dirty="0"/>
              <a:t>Click to add </a:t>
            </a:r>
            <a:r>
              <a:rPr lang="en-US" dirty="0" err="1"/>
              <a:t>affilliations</a:t>
            </a:r>
            <a:r>
              <a:rPr lang="en-US" dirty="0"/>
              <a:t> – Arial bold 28pt</a:t>
            </a:r>
            <a:endParaRPr lang="en-GB" dirty="0"/>
          </a:p>
        </p:txBody>
      </p:sp>
      <p:sp>
        <p:nvSpPr>
          <p:cNvPr id="14" name="Text Placeholder 3" descr="Exclusion area"/>
          <p:cNvSpPr>
            <a:spLocks noGrp="1"/>
          </p:cNvSpPr>
          <p:nvPr>
            <p:ph type="body" sz="quarter" idx="14" hasCustomPrompt="1"/>
          </p:nvPr>
        </p:nvSpPr>
        <p:spPr>
          <a:xfrm>
            <a:off x="36605035" y="2745635"/>
            <a:ext cx="6191541" cy="2444871"/>
          </a:xfrm>
          <a:prstGeom prst="rect">
            <a:avLst/>
          </a:prstGeom>
          <a:noFill/>
          <a:ln w="41275">
            <a:noFill/>
            <a:prstDash val="sysDash"/>
          </a:ln>
        </p:spPr>
        <p:txBody>
          <a:bodyPr>
            <a:noAutofit/>
          </a:bodyPr>
          <a:lstStyle>
            <a:lvl1pPr marL="0" indent="0">
              <a:buNone/>
              <a:defRPr sz="3816" baseline="0">
                <a:solidFill>
                  <a:schemeClr val="tx1"/>
                </a:solidFill>
              </a:defRPr>
            </a:lvl1pPr>
            <a:lvl2pPr>
              <a:defRPr sz="4294"/>
            </a:lvl2pPr>
            <a:lvl3pPr>
              <a:defRPr sz="3816"/>
            </a:lvl3pPr>
            <a:lvl4pPr>
              <a:defRPr sz="3180"/>
            </a:lvl4pPr>
            <a:lvl5pPr>
              <a:defRPr sz="3180"/>
            </a:lvl5pPr>
          </a:lstStyle>
          <a:p>
            <a:pPr lvl="0"/>
            <a:r>
              <a:rPr lang="en-GB" dirty="0"/>
              <a:t>Keep this area clear</a:t>
            </a:r>
          </a:p>
        </p:txBody>
      </p:sp>
      <p:sp>
        <p:nvSpPr>
          <p:cNvPr id="15" name="Text Placeholder 19" descr="Contact details"/>
          <p:cNvSpPr>
            <a:spLocks noGrp="1"/>
          </p:cNvSpPr>
          <p:nvPr>
            <p:ph type="body" sz="quarter" idx="13" hasCustomPrompt="1"/>
          </p:nvPr>
        </p:nvSpPr>
        <p:spPr>
          <a:xfrm>
            <a:off x="1058784" y="28641677"/>
            <a:ext cx="12419679" cy="1238250"/>
          </a:xfrm>
          <a:prstGeom prst="rect">
            <a:avLst/>
          </a:prstGeom>
        </p:spPr>
        <p:txBody>
          <a:bodyPr>
            <a:normAutofit/>
          </a:bodyPr>
          <a:lstStyle>
            <a:lvl1pPr marL="0" indent="0">
              <a:buNone/>
              <a:defRPr sz="2800" baseline="0">
                <a:solidFill>
                  <a:schemeClr val="tx1"/>
                </a:solidFill>
              </a:defRPr>
            </a:lvl1pPr>
          </a:lstStyle>
          <a:p>
            <a:pPr lvl="0"/>
            <a:r>
              <a:rPr lang="en-US" dirty="0"/>
              <a:t>Add contact details here</a:t>
            </a:r>
            <a:endParaRPr lang="en-GB" dirty="0"/>
          </a:p>
        </p:txBody>
      </p:sp>
      <p:sp>
        <p:nvSpPr>
          <p:cNvPr id="17" name="Text Placeholder 17" descr="Collaborator logos"/>
          <p:cNvSpPr>
            <a:spLocks noGrp="1"/>
          </p:cNvSpPr>
          <p:nvPr>
            <p:ph type="body" sz="quarter" idx="12" hasCustomPrompt="1"/>
          </p:nvPr>
        </p:nvSpPr>
        <p:spPr>
          <a:xfrm>
            <a:off x="29642776" y="28641677"/>
            <a:ext cx="12133950" cy="1238250"/>
          </a:xfrm>
          <a:prstGeom prst="rect">
            <a:avLst/>
          </a:prstGeom>
        </p:spPr>
        <p:txBody>
          <a:bodyPr>
            <a:normAutofit/>
          </a:bodyPr>
          <a:lstStyle>
            <a:lvl1pPr marL="0" indent="0" algn="r">
              <a:buNone/>
              <a:defRPr sz="2800" baseline="0">
                <a:solidFill>
                  <a:schemeClr val="tx1"/>
                </a:solidFill>
              </a:defRPr>
            </a:lvl1pPr>
          </a:lstStyle>
          <a:p>
            <a:pPr lvl="0"/>
            <a:r>
              <a:rPr lang="en-US" dirty="0"/>
              <a:t>Add collaborator logos here</a:t>
            </a:r>
          </a:p>
        </p:txBody>
      </p:sp>
    </p:spTree>
    <p:extLst>
      <p:ext uri="{BB962C8B-B14F-4D97-AF65-F5344CB8AC3E}">
        <p14:creationId xmlns:p14="http://schemas.microsoft.com/office/powerpoint/2010/main" val="1596839294"/>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39" orient="horz" pos="3684">
          <p15:clr>
            <a:srgbClr val="FBAE40"/>
          </p15:clr>
        </p15:guide>
        <p15:guide id="40" pos="13254">
          <p15:clr>
            <a:srgbClr val="FBAE40"/>
          </p15:clr>
        </p15:guide>
        <p15:guide id="41" pos="13707">
          <p15:clr>
            <a:srgbClr val="FBAE40"/>
          </p15:clr>
        </p15:guide>
        <p15:guide id="42" pos="6722">
          <p15:clr>
            <a:srgbClr val="FBAE40"/>
          </p15:clr>
        </p15:guide>
        <p15:guide id="43" pos="7176">
          <p15:clr>
            <a:srgbClr val="FBAE40"/>
          </p15:clr>
        </p15:guide>
        <p15:guide id="44" pos="20239">
          <p15:clr>
            <a:srgbClr val="FBAE40"/>
          </p15:clr>
        </p15:guide>
        <p15:guide id="45" pos="19785">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A0 Landscape Poster -  4 columns v1">
    <p:spTree>
      <p:nvGrpSpPr>
        <p:cNvPr id="1" name=""/>
        <p:cNvGrpSpPr/>
        <p:nvPr/>
      </p:nvGrpSpPr>
      <p:grpSpPr>
        <a:xfrm>
          <a:off x="0" y="0"/>
          <a:ext cx="0" cy="0"/>
          <a:chOff x="0" y="0"/>
          <a:chExt cx="0" cy="0"/>
        </a:xfrm>
      </p:grpSpPr>
      <p:sp>
        <p:nvSpPr>
          <p:cNvPr id="10" name="Title 1" descr="Poster title"/>
          <p:cNvSpPr>
            <a:spLocks noGrp="1"/>
          </p:cNvSpPr>
          <p:nvPr>
            <p:ph type="title" hasCustomPrompt="1"/>
          </p:nvPr>
        </p:nvSpPr>
        <p:spPr>
          <a:xfrm>
            <a:off x="1058785" y="919091"/>
            <a:ext cx="40717941" cy="1089401"/>
          </a:xfrm>
          <a:prstGeom prst="rect">
            <a:avLst/>
          </a:prstGeom>
        </p:spPr>
        <p:txBody>
          <a:bodyPr wrap="square" lIns="0">
            <a:spAutoFit/>
          </a:bodyPr>
          <a:lstStyle>
            <a:lvl1pPr>
              <a:defRPr sz="7199" b="1">
                <a:solidFill>
                  <a:schemeClr val="tx1"/>
                </a:solidFill>
              </a:defRPr>
            </a:lvl1pPr>
          </a:lstStyle>
          <a:p>
            <a:r>
              <a:rPr lang="en-US" dirty="0"/>
              <a:t>Click to add title – Arial bold 72pt</a:t>
            </a:r>
            <a:endParaRPr lang="en-GB" dirty="0"/>
          </a:p>
        </p:txBody>
      </p:sp>
      <p:sp>
        <p:nvSpPr>
          <p:cNvPr id="11" name="Text Placeholder 5"/>
          <p:cNvSpPr>
            <a:spLocks noGrp="1"/>
          </p:cNvSpPr>
          <p:nvPr>
            <p:ph type="body" sz="quarter" idx="10" hasCustomPrompt="1"/>
          </p:nvPr>
        </p:nvSpPr>
        <p:spPr>
          <a:xfrm>
            <a:off x="1058786" y="2716524"/>
            <a:ext cx="35504166" cy="757130"/>
          </a:xfrm>
          <a:prstGeom prst="rect">
            <a:avLst/>
          </a:prstGeom>
        </p:spPr>
        <p:txBody>
          <a:bodyPr wrap="square" lIns="0">
            <a:spAutoFit/>
          </a:bodyPr>
          <a:lstStyle>
            <a:lvl1pPr marL="0" marR="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sz="4800" b="1" baseline="0">
                <a:solidFill>
                  <a:schemeClr val="tx1"/>
                </a:solidFill>
                <a:latin typeface="+mj-lt"/>
              </a:defRPr>
            </a:lvl1pPr>
          </a:lstStyle>
          <a:p>
            <a:pPr marL="0" marR="0" lvl="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a:pPr>
            <a:r>
              <a:rPr lang="en-US" dirty="0"/>
              <a:t>Click to add authors – Arial bold 48pt</a:t>
            </a:r>
          </a:p>
        </p:txBody>
      </p:sp>
      <p:sp>
        <p:nvSpPr>
          <p:cNvPr id="13" name="Text Placeholder 7"/>
          <p:cNvSpPr>
            <a:spLocks noGrp="1"/>
          </p:cNvSpPr>
          <p:nvPr>
            <p:ph type="body" sz="quarter" idx="11" hasCustomPrompt="1"/>
          </p:nvPr>
        </p:nvSpPr>
        <p:spPr>
          <a:xfrm>
            <a:off x="1058785" y="4074786"/>
            <a:ext cx="35504166" cy="480131"/>
          </a:xfrm>
          <a:prstGeom prst="rect">
            <a:avLst/>
          </a:prstGeom>
        </p:spPr>
        <p:txBody>
          <a:bodyPr wrap="square" lIns="0">
            <a:spAutoFit/>
          </a:bodyPr>
          <a:lstStyle>
            <a:lvl1pPr marL="0" marR="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sz="2800" b="1" baseline="0">
                <a:solidFill>
                  <a:schemeClr val="tx1"/>
                </a:solidFill>
                <a:latin typeface="+mj-lt"/>
              </a:defRPr>
            </a:lvl1pPr>
          </a:lstStyle>
          <a:p>
            <a:pPr marL="0" marR="0" lvl="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a:pPr>
            <a:r>
              <a:rPr lang="en-US" dirty="0"/>
              <a:t>Click to add </a:t>
            </a:r>
            <a:r>
              <a:rPr lang="en-US" dirty="0" err="1"/>
              <a:t>affilliations</a:t>
            </a:r>
            <a:r>
              <a:rPr lang="en-GB" dirty="0"/>
              <a:t> </a:t>
            </a:r>
            <a:r>
              <a:rPr lang="en-US" dirty="0"/>
              <a:t>– Arial bold 28pt</a:t>
            </a:r>
            <a:endParaRPr lang="en-GB" dirty="0"/>
          </a:p>
        </p:txBody>
      </p:sp>
      <p:sp>
        <p:nvSpPr>
          <p:cNvPr id="14" name="Text Placeholder 3"/>
          <p:cNvSpPr>
            <a:spLocks noGrp="1"/>
          </p:cNvSpPr>
          <p:nvPr>
            <p:ph type="body" sz="quarter" idx="14" hasCustomPrompt="1"/>
          </p:nvPr>
        </p:nvSpPr>
        <p:spPr>
          <a:xfrm>
            <a:off x="36605035" y="2745635"/>
            <a:ext cx="6191541" cy="2444871"/>
          </a:xfrm>
          <a:prstGeom prst="rect">
            <a:avLst/>
          </a:prstGeom>
          <a:noFill/>
          <a:ln w="41275">
            <a:noFill/>
            <a:prstDash val="sysDash"/>
          </a:ln>
        </p:spPr>
        <p:txBody>
          <a:bodyPr>
            <a:noAutofit/>
          </a:bodyPr>
          <a:lstStyle>
            <a:lvl1pPr marL="0" indent="0">
              <a:buNone/>
              <a:defRPr sz="3816" baseline="0">
                <a:solidFill>
                  <a:schemeClr val="tx1"/>
                </a:solidFill>
              </a:defRPr>
            </a:lvl1pPr>
            <a:lvl2pPr>
              <a:defRPr sz="4294"/>
            </a:lvl2pPr>
            <a:lvl3pPr>
              <a:defRPr sz="3816"/>
            </a:lvl3pPr>
            <a:lvl4pPr>
              <a:defRPr sz="3180"/>
            </a:lvl4pPr>
            <a:lvl5pPr>
              <a:defRPr sz="3180"/>
            </a:lvl5pPr>
          </a:lstStyle>
          <a:p>
            <a:pPr lvl="0"/>
            <a:r>
              <a:rPr lang="en-GB" dirty="0"/>
              <a:t>Keep this area clear</a:t>
            </a:r>
          </a:p>
        </p:txBody>
      </p:sp>
      <p:sp>
        <p:nvSpPr>
          <p:cNvPr id="2" name="Rectangle 1">
            <a:extLst>
              <a:ext uri="{C183D7F6-B498-43B3-948B-1728B52AA6E4}">
                <adec:decorative xmlns:adec="http://schemas.microsoft.com/office/drawing/2017/decorative" val="1"/>
              </a:ext>
            </a:extLst>
          </p:cNvPr>
          <p:cNvSpPr/>
          <p:nvPr/>
        </p:nvSpPr>
        <p:spPr>
          <a:xfrm>
            <a:off x="1022400" y="5856016"/>
            <a:ext cx="9647284" cy="2173218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4" name="Content Placeholder 3"/>
          <p:cNvSpPr>
            <a:spLocks noGrp="1"/>
          </p:cNvSpPr>
          <p:nvPr>
            <p:ph sz="quarter" idx="15" hasCustomPrompt="1"/>
          </p:nvPr>
        </p:nvSpPr>
        <p:spPr>
          <a:xfrm>
            <a:off x="1022400" y="5856016"/>
            <a:ext cx="9647284" cy="21732187"/>
          </a:xfrm>
          <a:prstGeom prst="rect">
            <a:avLst/>
          </a:prstGeom>
        </p:spPr>
        <p:txBody>
          <a:bodyPr/>
          <a:lstStyle>
            <a:lvl1pPr marL="0" marR="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sz="4000" b="0" i="0">
                <a:latin typeface="+mj-lt"/>
              </a:defRPr>
            </a:lvl1pPr>
          </a:lstStyle>
          <a:p>
            <a:pPr marL="0" marR="0" lvl="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a:pPr>
            <a:r>
              <a:rPr lang="en-US" dirty="0"/>
              <a:t>Click here to add text or choose graphic icon below</a:t>
            </a:r>
          </a:p>
        </p:txBody>
      </p:sp>
      <p:sp>
        <p:nvSpPr>
          <p:cNvPr id="12" name="Rectangle 11">
            <a:extLst>
              <a:ext uri="{C183D7F6-B498-43B3-948B-1728B52AA6E4}">
                <adec:decorative xmlns:adec="http://schemas.microsoft.com/office/drawing/2017/decorative" val="1"/>
              </a:ext>
            </a:extLst>
          </p:cNvPr>
          <p:cNvSpPr/>
          <p:nvPr/>
        </p:nvSpPr>
        <p:spPr>
          <a:xfrm>
            <a:off x="11417536" y="5856016"/>
            <a:ext cx="9623189" cy="2173218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16" name="Content Placeholder 3"/>
          <p:cNvSpPr>
            <a:spLocks noGrp="1"/>
          </p:cNvSpPr>
          <p:nvPr>
            <p:ph sz="quarter" idx="16" hasCustomPrompt="1"/>
          </p:nvPr>
        </p:nvSpPr>
        <p:spPr>
          <a:xfrm>
            <a:off x="11417535" y="5856016"/>
            <a:ext cx="9623189" cy="21732187"/>
          </a:xfrm>
          <a:prstGeom prst="rect">
            <a:avLst/>
          </a:prstGeom>
        </p:spPr>
        <p:txBody>
          <a:bodyPr/>
          <a:lstStyle>
            <a:lvl1pPr marL="0" marR="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lang="en-US" sz="4000" b="0" kern="1200" dirty="0" smtClean="0">
                <a:solidFill>
                  <a:schemeClr val="tx1"/>
                </a:solidFill>
                <a:latin typeface="+mj-lt"/>
                <a:ea typeface="+mn-ea"/>
                <a:cs typeface="+mn-cs"/>
              </a:defRPr>
            </a:lvl1pPr>
          </a:lstStyle>
          <a:p>
            <a:pPr marL="0" marR="0" lvl="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a:pPr>
            <a:r>
              <a:rPr lang="en-US" dirty="0"/>
              <a:t>Click here to add text or choose graphic icon below</a:t>
            </a:r>
          </a:p>
          <a:p>
            <a:pPr lvl="0"/>
            <a:endParaRPr lang="en-GB" dirty="0"/>
          </a:p>
        </p:txBody>
      </p:sp>
      <p:sp>
        <p:nvSpPr>
          <p:cNvPr id="18" name="Rectangle 17">
            <a:extLst>
              <a:ext uri="{C183D7F6-B498-43B3-948B-1728B52AA6E4}">
                <adec:decorative xmlns:adec="http://schemas.microsoft.com/office/drawing/2017/decorative" val="1"/>
              </a:ext>
            </a:extLst>
          </p:cNvPr>
          <p:cNvSpPr/>
          <p:nvPr/>
        </p:nvSpPr>
        <p:spPr>
          <a:xfrm>
            <a:off x="21743509" y="5856016"/>
            <a:ext cx="9647284" cy="2173218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19" name="Content Placeholder 3"/>
          <p:cNvSpPr>
            <a:spLocks noGrp="1"/>
          </p:cNvSpPr>
          <p:nvPr>
            <p:ph sz="quarter" idx="17" hasCustomPrompt="1"/>
          </p:nvPr>
        </p:nvSpPr>
        <p:spPr>
          <a:xfrm>
            <a:off x="21743509" y="5856016"/>
            <a:ext cx="9647284" cy="21732187"/>
          </a:xfrm>
          <a:prstGeom prst="rect">
            <a:avLst/>
          </a:prstGeom>
        </p:spPr>
        <p:txBody>
          <a:bodyPr/>
          <a:lstStyle>
            <a:lvl1pPr marL="0" marR="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sz="4000">
                <a:latin typeface="+mj-lt"/>
              </a:defRPr>
            </a:lvl1pPr>
          </a:lstStyle>
          <a:p>
            <a:pPr marL="0" marR="0" lvl="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a:pPr>
            <a:r>
              <a:rPr lang="en-US" dirty="0"/>
              <a:t>Click here to add text or choose graphic icon below</a:t>
            </a:r>
          </a:p>
        </p:txBody>
      </p:sp>
      <p:sp>
        <p:nvSpPr>
          <p:cNvPr id="20" name="Rectangle 19">
            <a:extLst>
              <a:ext uri="{C183D7F6-B498-43B3-948B-1728B52AA6E4}">
                <adec:decorative xmlns:adec="http://schemas.microsoft.com/office/drawing/2017/decorative" val="1"/>
              </a:ext>
            </a:extLst>
          </p:cNvPr>
          <p:cNvSpPr/>
          <p:nvPr/>
        </p:nvSpPr>
        <p:spPr>
          <a:xfrm>
            <a:off x="32127972" y="5856016"/>
            <a:ext cx="9647284" cy="2173218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21" name="Content Placeholder 3"/>
          <p:cNvSpPr>
            <a:spLocks noGrp="1"/>
          </p:cNvSpPr>
          <p:nvPr>
            <p:ph sz="quarter" idx="18" hasCustomPrompt="1"/>
          </p:nvPr>
        </p:nvSpPr>
        <p:spPr>
          <a:xfrm>
            <a:off x="32126400" y="5856016"/>
            <a:ext cx="9647284" cy="21732187"/>
          </a:xfrm>
          <a:prstGeom prst="rect">
            <a:avLst/>
          </a:prstGeom>
        </p:spPr>
        <p:txBody>
          <a:bodyPr/>
          <a:lstStyle>
            <a:lvl1pPr marL="0" marR="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sz="4000">
                <a:latin typeface="+mj-lt"/>
              </a:defRPr>
            </a:lvl1pPr>
          </a:lstStyle>
          <a:p>
            <a:pPr marL="0" marR="0" lvl="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a:pPr>
            <a:r>
              <a:rPr lang="en-US" dirty="0"/>
              <a:t>Click here to add text or choose graphic icon below</a:t>
            </a:r>
          </a:p>
        </p:txBody>
      </p:sp>
      <p:sp>
        <p:nvSpPr>
          <p:cNvPr id="15" name="Text Placeholder 19"/>
          <p:cNvSpPr>
            <a:spLocks noGrp="1"/>
          </p:cNvSpPr>
          <p:nvPr>
            <p:ph type="body" sz="quarter" idx="13" hasCustomPrompt="1"/>
          </p:nvPr>
        </p:nvSpPr>
        <p:spPr>
          <a:xfrm>
            <a:off x="1058784" y="28641677"/>
            <a:ext cx="12419679" cy="1238250"/>
          </a:xfrm>
          <a:prstGeom prst="rect">
            <a:avLst/>
          </a:prstGeom>
        </p:spPr>
        <p:txBody>
          <a:bodyPr>
            <a:normAutofit/>
          </a:bodyPr>
          <a:lstStyle>
            <a:lvl1pPr marL="0" indent="0">
              <a:buNone/>
              <a:defRPr sz="2800" baseline="0">
                <a:solidFill>
                  <a:schemeClr val="tx1"/>
                </a:solidFill>
              </a:defRPr>
            </a:lvl1pPr>
          </a:lstStyle>
          <a:p>
            <a:pPr lvl="0"/>
            <a:r>
              <a:rPr lang="en-US" dirty="0"/>
              <a:t>Add contact details here</a:t>
            </a:r>
            <a:endParaRPr lang="en-GB" dirty="0"/>
          </a:p>
        </p:txBody>
      </p:sp>
      <p:sp>
        <p:nvSpPr>
          <p:cNvPr id="17" name="Text Placeholder 17"/>
          <p:cNvSpPr>
            <a:spLocks noGrp="1"/>
          </p:cNvSpPr>
          <p:nvPr>
            <p:ph type="body" sz="quarter" idx="12" hasCustomPrompt="1"/>
          </p:nvPr>
        </p:nvSpPr>
        <p:spPr>
          <a:xfrm>
            <a:off x="29642776" y="28641677"/>
            <a:ext cx="12133950" cy="1238250"/>
          </a:xfrm>
          <a:prstGeom prst="rect">
            <a:avLst/>
          </a:prstGeom>
        </p:spPr>
        <p:txBody>
          <a:bodyPr>
            <a:normAutofit/>
          </a:bodyPr>
          <a:lstStyle>
            <a:lvl1pPr marL="0" indent="0" algn="r">
              <a:buNone/>
              <a:defRPr sz="2800" baseline="0">
                <a:solidFill>
                  <a:schemeClr val="tx1"/>
                </a:solidFill>
              </a:defRPr>
            </a:lvl1pPr>
          </a:lstStyle>
          <a:p>
            <a:pPr lvl="0"/>
            <a:r>
              <a:rPr lang="en-US" dirty="0"/>
              <a:t>Add collaborator logos here</a:t>
            </a:r>
          </a:p>
        </p:txBody>
      </p:sp>
    </p:spTree>
    <p:extLst>
      <p:ext uri="{BB962C8B-B14F-4D97-AF65-F5344CB8AC3E}">
        <p14:creationId xmlns:p14="http://schemas.microsoft.com/office/powerpoint/2010/main" val="801128857"/>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39">
          <p15:clr>
            <a:srgbClr val="FBAE40"/>
          </p15:clr>
        </p15:guide>
        <p15:guide id="40" orient="horz" pos="3684">
          <p15:clr>
            <a:srgbClr val="FBAE40"/>
          </p15:clr>
        </p15:guide>
        <p15:guide id="41" pos="13254">
          <p15:clr>
            <a:srgbClr val="FBAE40"/>
          </p15:clr>
        </p15:guide>
        <p15:guide id="42" pos="13707">
          <p15:clr>
            <a:srgbClr val="FBAE40"/>
          </p15:clr>
        </p15:guide>
        <p15:guide id="45" pos="19785">
          <p15:clr>
            <a:srgbClr val="FBAE40"/>
          </p15:clr>
        </p15:guide>
        <p15:guide id="46" pos="20239">
          <p15:clr>
            <a:srgbClr val="FBAE40"/>
          </p15:clr>
        </p15:guide>
        <p15:guide id="47" pos="7176">
          <p15:clr>
            <a:srgbClr val="FBAE40"/>
          </p15:clr>
        </p15:guide>
        <p15:guide id="48" pos="6722">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A0 Landscape Poster - 3 columns, 7 boxes">
    <p:spTree>
      <p:nvGrpSpPr>
        <p:cNvPr id="1" name=""/>
        <p:cNvGrpSpPr/>
        <p:nvPr/>
      </p:nvGrpSpPr>
      <p:grpSpPr>
        <a:xfrm>
          <a:off x="0" y="0"/>
          <a:ext cx="0" cy="0"/>
          <a:chOff x="0" y="0"/>
          <a:chExt cx="0" cy="0"/>
        </a:xfrm>
      </p:grpSpPr>
      <p:sp>
        <p:nvSpPr>
          <p:cNvPr id="10" name="Title 1" descr="Poster title"/>
          <p:cNvSpPr>
            <a:spLocks noGrp="1"/>
          </p:cNvSpPr>
          <p:nvPr>
            <p:ph type="title" hasCustomPrompt="1"/>
          </p:nvPr>
        </p:nvSpPr>
        <p:spPr>
          <a:xfrm>
            <a:off x="1058785" y="919091"/>
            <a:ext cx="40717941" cy="1089401"/>
          </a:xfrm>
          <a:prstGeom prst="rect">
            <a:avLst/>
          </a:prstGeom>
        </p:spPr>
        <p:txBody>
          <a:bodyPr wrap="square" lIns="0">
            <a:spAutoFit/>
          </a:bodyPr>
          <a:lstStyle>
            <a:lvl1pPr>
              <a:defRPr sz="7199" b="1">
                <a:solidFill>
                  <a:schemeClr val="tx1"/>
                </a:solidFill>
              </a:defRPr>
            </a:lvl1pPr>
          </a:lstStyle>
          <a:p>
            <a:r>
              <a:rPr lang="en-US" dirty="0"/>
              <a:t>Click to add title – Arial bold 72pt</a:t>
            </a:r>
            <a:endParaRPr lang="en-GB" dirty="0"/>
          </a:p>
        </p:txBody>
      </p:sp>
      <p:sp>
        <p:nvSpPr>
          <p:cNvPr id="11" name="Text Placeholder 5"/>
          <p:cNvSpPr>
            <a:spLocks noGrp="1"/>
          </p:cNvSpPr>
          <p:nvPr>
            <p:ph type="body" sz="quarter" idx="10" hasCustomPrompt="1"/>
          </p:nvPr>
        </p:nvSpPr>
        <p:spPr>
          <a:xfrm>
            <a:off x="1058786" y="2716524"/>
            <a:ext cx="35504166" cy="757130"/>
          </a:xfrm>
          <a:prstGeom prst="rect">
            <a:avLst/>
          </a:prstGeom>
        </p:spPr>
        <p:txBody>
          <a:bodyPr wrap="square" lIns="0">
            <a:spAutoFit/>
          </a:bodyPr>
          <a:lstStyle>
            <a:lvl1pPr marL="0" marR="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sz="4800" b="1" baseline="0">
                <a:solidFill>
                  <a:schemeClr val="tx1"/>
                </a:solidFill>
                <a:latin typeface="+mj-lt"/>
              </a:defRPr>
            </a:lvl1pPr>
          </a:lstStyle>
          <a:p>
            <a:pPr marL="0" marR="0" lvl="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a:pPr>
            <a:r>
              <a:rPr lang="en-US" dirty="0"/>
              <a:t>Click to add authors – Arial bold 48pt</a:t>
            </a:r>
          </a:p>
        </p:txBody>
      </p:sp>
      <p:sp>
        <p:nvSpPr>
          <p:cNvPr id="13" name="Text Placeholder 7"/>
          <p:cNvSpPr>
            <a:spLocks noGrp="1"/>
          </p:cNvSpPr>
          <p:nvPr>
            <p:ph type="body" sz="quarter" idx="11" hasCustomPrompt="1"/>
          </p:nvPr>
        </p:nvSpPr>
        <p:spPr>
          <a:xfrm>
            <a:off x="1058785" y="4074786"/>
            <a:ext cx="35504166" cy="480131"/>
          </a:xfrm>
          <a:prstGeom prst="rect">
            <a:avLst/>
          </a:prstGeom>
        </p:spPr>
        <p:txBody>
          <a:bodyPr wrap="square" lIns="0">
            <a:spAutoFit/>
          </a:bodyPr>
          <a:lstStyle>
            <a:lvl1pPr marL="0" marR="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sz="2800" b="1">
                <a:solidFill>
                  <a:schemeClr val="tx1"/>
                </a:solidFill>
                <a:latin typeface="+mj-lt"/>
              </a:defRPr>
            </a:lvl1pPr>
          </a:lstStyle>
          <a:p>
            <a:pPr marL="0" marR="0" lvl="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a:pPr>
            <a:r>
              <a:rPr lang="en-US" dirty="0"/>
              <a:t>Click to add </a:t>
            </a:r>
            <a:r>
              <a:rPr lang="en-US" dirty="0" err="1"/>
              <a:t>affilliations</a:t>
            </a:r>
            <a:r>
              <a:rPr lang="en-US" dirty="0"/>
              <a:t> – Arial bold 28pt</a:t>
            </a:r>
            <a:endParaRPr lang="en-GB" dirty="0"/>
          </a:p>
        </p:txBody>
      </p:sp>
      <p:sp>
        <p:nvSpPr>
          <p:cNvPr id="14" name="Text Placeholder 3"/>
          <p:cNvSpPr>
            <a:spLocks noGrp="1"/>
          </p:cNvSpPr>
          <p:nvPr>
            <p:ph type="body" sz="quarter" idx="14" hasCustomPrompt="1"/>
          </p:nvPr>
        </p:nvSpPr>
        <p:spPr>
          <a:xfrm>
            <a:off x="36605035" y="2745635"/>
            <a:ext cx="6191541" cy="2444871"/>
          </a:xfrm>
          <a:prstGeom prst="rect">
            <a:avLst/>
          </a:prstGeom>
          <a:noFill/>
          <a:ln w="41275">
            <a:noFill/>
            <a:prstDash val="sysDash"/>
          </a:ln>
        </p:spPr>
        <p:txBody>
          <a:bodyPr>
            <a:noAutofit/>
          </a:bodyPr>
          <a:lstStyle>
            <a:lvl1pPr marL="0" indent="0">
              <a:buNone/>
              <a:defRPr sz="3816" baseline="0">
                <a:solidFill>
                  <a:schemeClr val="tx1"/>
                </a:solidFill>
              </a:defRPr>
            </a:lvl1pPr>
            <a:lvl2pPr>
              <a:defRPr sz="4294"/>
            </a:lvl2pPr>
            <a:lvl3pPr>
              <a:defRPr sz="3816"/>
            </a:lvl3pPr>
            <a:lvl4pPr>
              <a:defRPr sz="3180"/>
            </a:lvl4pPr>
            <a:lvl5pPr>
              <a:defRPr sz="3180"/>
            </a:lvl5pPr>
          </a:lstStyle>
          <a:p>
            <a:pPr lvl="0"/>
            <a:r>
              <a:rPr lang="en-GB" dirty="0"/>
              <a:t>Keep this area clear</a:t>
            </a:r>
          </a:p>
        </p:txBody>
      </p:sp>
      <p:sp>
        <p:nvSpPr>
          <p:cNvPr id="22" name="Rectangle 21">
            <a:extLst>
              <a:ext uri="{C183D7F6-B498-43B3-948B-1728B52AA6E4}">
                <adec:decorative xmlns:adec="http://schemas.microsoft.com/office/drawing/2017/decorative" val="1"/>
              </a:ext>
            </a:extLst>
          </p:cNvPr>
          <p:cNvSpPr/>
          <p:nvPr/>
        </p:nvSpPr>
        <p:spPr>
          <a:xfrm>
            <a:off x="1022400" y="5857199"/>
            <a:ext cx="9647284" cy="769687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23" name="Content Placeholder 3"/>
          <p:cNvSpPr>
            <a:spLocks noGrp="1"/>
          </p:cNvSpPr>
          <p:nvPr>
            <p:ph sz="quarter" idx="18" hasCustomPrompt="1"/>
          </p:nvPr>
        </p:nvSpPr>
        <p:spPr>
          <a:xfrm>
            <a:off x="1022400" y="5857199"/>
            <a:ext cx="9647284" cy="7696875"/>
          </a:xfrm>
          <a:prstGeom prst="rect">
            <a:avLst/>
          </a:prstGeom>
        </p:spPr>
        <p:txBody>
          <a:bodyPr/>
          <a:lstStyle>
            <a:lvl1pPr marL="0" marR="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lang="en-US" sz="4000" b="0" kern="1200" dirty="0" smtClean="0">
                <a:solidFill>
                  <a:schemeClr val="tx1"/>
                </a:solidFill>
                <a:latin typeface="+mj-lt"/>
                <a:ea typeface="+mn-ea"/>
                <a:cs typeface="+mn-cs"/>
              </a:defRPr>
            </a:lvl1pPr>
          </a:lstStyle>
          <a:p>
            <a:pPr marL="0" marR="0" lvl="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a:pPr>
            <a:r>
              <a:rPr lang="en-US" dirty="0"/>
              <a:t>Click here to add text or choose graphic icon below</a:t>
            </a:r>
          </a:p>
        </p:txBody>
      </p:sp>
      <p:sp>
        <p:nvSpPr>
          <p:cNvPr id="31" name="Rectangle 30">
            <a:extLst>
              <a:ext uri="{C183D7F6-B498-43B3-948B-1728B52AA6E4}">
                <adec:decorative xmlns:adec="http://schemas.microsoft.com/office/drawing/2017/decorative" val="1"/>
              </a:ext>
            </a:extLst>
          </p:cNvPr>
          <p:cNvSpPr/>
          <p:nvPr/>
        </p:nvSpPr>
        <p:spPr>
          <a:xfrm>
            <a:off x="1029757" y="14270352"/>
            <a:ext cx="9647284" cy="770858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32" name="Content Placeholder 3"/>
          <p:cNvSpPr>
            <a:spLocks noGrp="1"/>
          </p:cNvSpPr>
          <p:nvPr>
            <p:ph sz="quarter" idx="20" hasCustomPrompt="1"/>
          </p:nvPr>
        </p:nvSpPr>
        <p:spPr>
          <a:xfrm>
            <a:off x="1029757" y="14270352"/>
            <a:ext cx="9647284" cy="7708586"/>
          </a:xfrm>
          <a:prstGeom prst="rect">
            <a:avLst/>
          </a:prstGeom>
        </p:spPr>
        <p:txBody>
          <a:bodyPr/>
          <a:lstStyle>
            <a:lvl1pPr marL="0" marR="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lang="en-US" sz="4000" b="0" kern="1200" dirty="0" smtClean="0">
                <a:solidFill>
                  <a:schemeClr val="tx1"/>
                </a:solidFill>
                <a:latin typeface="+mj-lt"/>
                <a:ea typeface="+mn-ea"/>
                <a:cs typeface="+mn-cs"/>
              </a:defRPr>
            </a:lvl1pPr>
          </a:lstStyle>
          <a:p>
            <a:pPr marL="0" marR="0" lvl="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a:pPr>
            <a:r>
              <a:rPr lang="en-US" dirty="0"/>
              <a:t>Click here to add text or choose graphic icon below</a:t>
            </a:r>
          </a:p>
        </p:txBody>
      </p:sp>
      <p:sp>
        <p:nvSpPr>
          <p:cNvPr id="33" name="Rectangle 32">
            <a:extLst>
              <a:ext uri="{C183D7F6-B498-43B3-948B-1728B52AA6E4}">
                <adec:decorative xmlns:adec="http://schemas.microsoft.com/office/drawing/2017/decorative" val="1"/>
              </a:ext>
            </a:extLst>
          </p:cNvPr>
          <p:cNvSpPr/>
          <p:nvPr/>
        </p:nvSpPr>
        <p:spPr>
          <a:xfrm>
            <a:off x="1022400" y="22698075"/>
            <a:ext cx="9647284" cy="489743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34" name="Content Placeholder 3"/>
          <p:cNvSpPr>
            <a:spLocks noGrp="1"/>
          </p:cNvSpPr>
          <p:nvPr>
            <p:ph sz="quarter" idx="21" hasCustomPrompt="1"/>
          </p:nvPr>
        </p:nvSpPr>
        <p:spPr>
          <a:xfrm>
            <a:off x="1022400" y="22698075"/>
            <a:ext cx="9647284" cy="4897437"/>
          </a:xfrm>
          <a:prstGeom prst="rect">
            <a:avLst/>
          </a:prstGeom>
        </p:spPr>
        <p:txBody>
          <a:bodyPr/>
          <a:lstStyle>
            <a:lvl1pPr marL="0" marR="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lang="en-US" sz="4000" b="0" kern="1200" dirty="0" smtClean="0">
                <a:solidFill>
                  <a:schemeClr val="tx1"/>
                </a:solidFill>
                <a:latin typeface="+mj-lt"/>
                <a:ea typeface="+mn-ea"/>
                <a:cs typeface="+mn-cs"/>
              </a:defRPr>
            </a:lvl1pPr>
          </a:lstStyle>
          <a:p>
            <a:pPr marL="0" marR="0" lvl="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a:pPr>
            <a:r>
              <a:rPr lang="en-US" dirty="0"/>
              <a:t>Click here to add text or choose graphic icon below</a:t>
            </a:r>
          </a:p>
        </p:txBody>
      </p:sp>
      <p:sp>
        <p:nvSpPr>
          <p:cNvPr id="8" name="Rectangle 7">
            <a:extLst>
              <a:ext uri="{C183D7F6-B498-43B3-948B-1728B52AA6E4}">
                <adec:decorative xmlns:adec="http://schemas.microsoft.com/office/drawing/2017/decorative" val="1"/>
              </a:ext>
            </a:extLst>
          </p:cNvPr>
          <p:cNvSpPr/>
          <p:nvPr/>
        </p:nvSpPr>
        <p:spPr>
          <a:xfrm>
            <a:off x="11403021" y="5857200"/>
            <a:ext cx="20005667" cy="2173831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9" name="Content Placeholder 3"/>
          <p:cNvSpPr>
            <a:spLocks noGrp="1"/>
          </p:cNvSpPr>
          <p:nvPr>
            <p:ph sz="quarter" idx="16" hasCustomPrompt="1"/>
          </p:nvPr>
        </p:nvSpPr>
        <p:spPr>
          <a:xfrm>
            <a:off x="11403021" y="5857200"/>
            <a:ext cx="20005667" cy="21738313"/>
          </a:xfrm>
          <a:prstGeom prst="rect">
            <a:avLst/>
          </a:prstGeom>
        </p:spPr>
        <p:txBody>
          <a:bodyPr/>
          <a:lstStyle>
            <a:lvl1pPr marL="0" marR="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lang="en-US" sz="4000" b="0" kern="1200" dirty="0" smtClean="0">
                <a:solidFill>
                  <a:schemeClr val="tx1"/>
                </a:solidFill>
                <a:latin typeface="+mj-lt"/>
                <a:ea typeface="+mn-ea"/>
                <a:cs typeface="+mn-cs"/>
              </a:defRPr>
            </a:lvl1pPr>
            <a:lvl2pPr>
              <a:defRPr sz="5399" b="1">
                <a:latin typeface="+mj-lt"/>
              </a:defRPr>
            </a:lvl2pPr>
            <a:lvl3pPr>
              <a:defRPr sz="4800" b="1">
                <a:latin typeface="+mj-lt"/>
              </a:defRPr>
            </a:lvl3pPr>
            <a:lvl4pPr>
              <a:defRPr sz="2400"/>
            </a:lvl4pPr>
          </a:lstStyle>
          <a:p>
            <a:pPr marL="0" marR="0" lvl="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a:pPr>
            <a:r>
              <a:rPr lang="en-US" dirty="0"/>
              <a:t>Click here to add text or choose graphic icon below</a:t>
            </a:r>
          </a:p>
        </p:txBody>
      </p:sp>
      <p:sp>
        <p:nvSpPr>
          <p:cNvPr id="35" name="Rectangle 34">
            <a:extLst>
              <a:ext uri="{C183D7F6-B498-43B3-948B-1728B52AA6E4}">
                <adec:decorative xmlns:adec="http://schemas.microsoft.com/office/drawing/2017/decorative" val="1"/>
              </a:ext>
            </a:extLst>
          </p:cNvPr>
          <p:cNvSpPr/>
          <p:nvPr/>
        </p:nvSpPr>
        <p:spPr>
          <a:xfrm>
            <a:off x="32131435" y="5857200"/>
            <a:ext cx="9647284" cy="488548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36" name="Content Placeholder 3"/>
          <p:cNvSpPr>
            <a:spLocks noGrp="1"/>
          </p:cNvSpPr>
          <p:nvPr>
            <p:ph sz="quarter" idx="22" hasCustomPrompt="1"/>
          </p:nvPr>
        </p:nvSpPr>
        <p:spPr>
          <a:xfrm>
            <a:off x="32131435" y="5857200"/>
            <a:ext cx="9647284" cy="4885481"/>
          </a:xfrm>
          <a:prstGeom prst="rect">
            <a:avLst/>
          </a:prstGeom>
        </p:spPr>
        <p:txBody>
          <a:bodyPr/>
          <a:lstStyle>
            <a:lvl1pPr marL="0" marR="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lang="en-US" sz="4000" b="0" kern="1200" dirty="0" smtClean="0">
                <a:solidFill>
                  <a:schemeClr val="tx1"/>
                </a:solidFill>
                <a:latin typeface="+mj-lt"/>
                <a:ea typeface="+mn-ea"/>
                <a:cs typeface="+mn-cs"/>
              </a:defRPr>
            </a:lvl1pPr>
          </a:lstStyle>
          <a:p>
            <a:pPr marL="0" marR="0" lvl="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a:pPr>
            <a:r>
              <a:rPr lang="en-US" dirty="0"/>
              <a:t>Click here to add text or choose graphic icon below</a:t>
            </a:r>
          </a:p>
          <a:p>
            <a:pPr lvl="0"/>
            <a:endParaRPr lang="en-GB" dirty="0"/>
          </a:p>
        </p:txBody>
      </p:sp>
      <p:sp>
        <p:nvSpPr>
          <p:cNvPr id="37" name="Rectangle 36">
            <a:extLst>
              <a:ext uri="{C183D7F6-B498-43B3-948B-1728B52AA6E4}">
                <adec:decorative xmlns:adec="http://schemas.microsoft.com/office/drawing/2017/decorative" val="1"/>
              </a:ext>
            </a:extLst>
          </p:cNvPr>
          <p:cNvSpPr/>
          <p:nvPr/>
        </p:nvSpPr>
        <p:spPr>
          <a:xfrm>
            <a:off x="32130000" y="11456066"/>
            <a:ext cx="9647284" cy="771458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38" name="Content Placeholder 3"/>
          <p:cNvSpPr>
            <a:spLocks noGrp="1"/>
          </p:cNvSpPr>
          <p:nvPr>
            <p:ph sz="quarter" idx="23" hasCustomPrompt="1"/>
          </p:nvPr>
        </p:nvSpPr>
        <p:spPr>
          <a:xfrm>
            <a:off x="32130000" y="11456066"/>
            <a:ext cx="9647284" cy="7714584"/>
          </a:xfrm>
          <a:prstGeom prst="rect">
            <a:avLst/>
          </a:prstGeom>
        </p:spPr>
        <p:txBody>
          <a:bodyPr/>
          <a:lstStyle>
            <a:lvl1pPr marL="0" marR="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lang="en-US" sz="4000" b="0" kern="1200" dirty="0" smtClean="0">
                <a:solidFill>
                  <a:schemeClr val="tx1"/>
                </a:solidFill>
                <a:latin typeface="+mj-lt"/>
                <a:ea typeface="+mn-ea"/>
                <a:cs typeface="+mn-cs"/>
              </a:defRPr>
            </a:lvl1pPr>
          </a:lstStyle>
          <a:p>
            <a:pPr marL="0" marR="0" lvl="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a:pPr>
            <a:r>
              <a:rPr lang="en-US" dirty="0"/>
              <a:t>Click here to add text or choose graphic icon below</a:t>
            </a:r>
          </a:p>
        </p:txBody>
      </p:sp>
      <p:sp>
        <p:nvSpPr>
          <p:cNvPr id="39" name="Rectangle 38">
            <a:extLst>
              <a:ext uri="{C183D7F6-B498-43B3-948B-1728B52AA6E4}">
                <adec:decorative xmlns:adec="http://schemas.microsoft.com/office/drawing/2017/decorative" val="1"/>
              </a:ext>
            </a:extLst>
          </p:cNvPr>
          <p:cNvSpPr/>
          <p:nvPr/>
        </p:nvSpPr>
        <p:spPr>
          <a:xfrm>
            <a:off x="32130000" y="19920313"/>
            <a:ext cx="9647284" cy="7675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40" name="Content Placeholder 3"/>
          <p:cNvSpPr>
            <a:spLocks noGrp="1"/>
          </p:cNvSpPr>
          <p:nvPr>
            <p:ph sz="quarter" idx="24" hasCustomPrompt="1"/>
          </p:nvPr>
        </p:nvSpPr>
        <p:spPr>
          <a:xfrm>
            <a:off x="32130000" y="19919601"/>
            <a:ext cx="9647284" cy="7675912"/>
          </a:xfrm>
          <a:prstGeom prst="rect">
            <a:avLst/>
          </a:prstGeom>
        </p:spPr>
        <p:txBody>
          <a:bodyPr/>
          <a:lstStyle>
            <a:lvl1pPr marL="0" marR="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lang="en-US" sz="4000" b="0" kern="1200" dirty="0" smtClean="0">
                <a:solidFill>
                  <a:schemeClr val="tx1"/>
                </a:solidFill>
                <a:latin typeface="+mj-lt"/>
                <a:ea typeface="+mn-ea"/>
                <a:cs typeface="+mn-cs"/>
              </a:defRPr>
            </a:lvl1pPr>
          </a:lstStyle>
          <a:p>
            <a:pPr marL="0" marR="0" lvl="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a:pPr>
            <a:r>
              <a:rPr lang="en-US" dirty="0"/>
              <a:t>Click here to add text or choose graphic icon below</a:t>
            </a:r>
          </a:p>
          <a:p>
            <a:pPr lvl="0"/>
            <a:endParaRPr lang="en-GB" dirty="0"/>
          </a:p>
        </p:txBody>
      </p:sp>
      <p:sp>
        <p:nvSpPr>
          <p:cNvPr id="15" name="Text Placeholder 19"/>
          <p:cNvSpPr>
            <a:spLocks noGrp="1"/>
          </p:cNvSpPr>
          <p:nvPr>
            <p:ph type="body" sz="quarter" idx="13" hasCustomPrompt="1"/>
          </p:nvPr>
        </p:nvSpPr>
        <p:spPr>
          <a:xfrm>
            <a:off x="1058784" y="28641677"/>
            <a:ext cx="12419679" cy="1238250"/>
          </a:xfrm>
          <a:prstGeom prst="rect">
            <a:avLst/>
          </a:prstGeom>
        </p:spPr>
        <p:txBody>
          <a:bodyPr>
            <a:normAutofit/>
          </a:bodyPr>
          <a:lstStyle>
            <a:lvl1pPr marL="0" indent="0">
              <a:buNone/>
              <a:defRPr sz="2800" baseline="0">
                <a:solidFill>
                  <a:schemeClr val="tx1"/>
                </a:solidFill>
              </a:defRPr>
            </a:lvl1pPr>
          </a:lstStyle>
          <a:p>
            <a:pPr lvl="0"/>
            <a:r>
              <a:rPr lang="en-US" dirty="0"/>
              <a:t>Add contact details here</a:t>
            </a:r>
            <a:endParaRPr lang="en-GB" dirty="0"/>
          </a:p>
        </p:txBody>
      </p:sp>
      <p:sp>
        <p:nvSpPr>
          <p:cNvPr id="17" name="Text Placeholder 17"/>
          <p:cNvSpPr>
            <a:spLocks noGrp="1"/>
          </p:cNvSpPr>
          <p:nvPr>
            <p:ph type="body" sz="quarter" idx="12" hasCustomPrompt="1"/>
          </p:nvPr>
        </p:nvSpPr>
        <p:spPr>
          <a:xfrm>
            <a:off x="29642776" y="28641677"/>
            <a:ext cx="12133950" cy="1238250"/>
          </a:xfrm>
          <a:prstGeom prst="rect">
            <a:avLst/>
          </a:prstGeom>
        </p:spPr>
        <p:txBody>
          <a:bodyPr>
            <a:normAutofit/>
          </a:bodyPr>
          <a:lstStyle>
            <a:lvl1pPr marL="0" indent="0" algn="r">
              <a:buNone/>
              <a:defRPr sz="2800" baseline="0">
                <a:solidFill>
                  <a:schemeClr val="tx1"/>
                </a:solidFill>
              </a:defRPr>
            </a:lvl1pPr>
          </a:lstStyle>
          <a:p>
            <a:pPr lvl="0"/>
            <a:r>
              <a:rPr lang="en-US" dirty="0"/>
              <a:t>Add collaborator logos here</a:t>
            </a:r>
          </a:p>
        </p:txBody>
      </p:sp>
    </p:spTree>
    <p:extLst>
      <p:ext uri="{BB962C8B-B14F-4D97-AF65-F5344CB8AC3E}">
        <p14:creationId xmlns:p14="http://schemas.microsoft.com/office/powerpoint/2010/main" val="3357372109"/>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39" orient="horz" pos="3684">
          <p15:clr>
            <a:srgbClr val="FBAE40"/>
          </p15:clr>
        </p15:guide>
        <p15:guide id="40" pos="7176">
          <p15:clr>
            <a:srgbClr val="FBAE40"/>
          </p15:clr>
        </p15:guide>
        <p15:guide id="41" pos="19785">
          <p15:clr>
            <a:srgbClr val="FBAE40"/>
          </p15:clr>
        </p15:guide>
        <p15:guide id="42" pos="6722">
          <p15:clr>
            <a:srgbClr val="FBAE40"/>
          </p15:clr>
        </p15:guide>
        <p15:guide id="43" pos="20239">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A0 Landscape Poster -  4 columns v2">
    <p:spTree>
      <p:nvGrpSpPr>
        <p:cNvPr id="1" name=""/>
        <p:cNvGrpSpPr/>
        <p:nvPr/>
      </p:nvGrpSpPr>
      <p:grpSpPr>
        <a:xfrm>
          <a:off x="0" y="0"/>
          <a:ext cx="0" cy="0"/>
          <a:chOff x="0" y="0"/>
          <a:chExt cx="0" cy="0"/>
        </a:xfrm>
      </p:grpSpPr>
      <p:sp>
        <p:nvSpPr>
          <p:cNvPr id="10" name="Title 1" descr="Poster title"/>
          <p:cNvSpPr>
            <a:spLocks noGrp="1"/>
          </p:cNvSpPr>
          <p:nvPr>
            <p:ph type="title" hasCustomPrompt="1"/>
          </p:nvPr>
        </p:nvSpPr>
        <p:spPr>
          <a:xfrm>
            <a:off x="1058785" y="919091"/>
            <a:ext cx="40717941" cy="1089401"/>
          </a:xfrm>
          <a:prstGeom prst="rect">
            <a:avLst/>
          </a:prstGeom>
        </p:spPr>
        <p:txBody>
          <a:bodyPr wrap="square" lIns="0">
            <a:spAutoFit/>
          </a:bodyPr>
          <a:lstStyle>
            <a:lvl1pPr>
              <a:defRPr sz="7199" b="1">
                <a:solidFill>
                  <a:schemeClr val="tx1"/>
                </a:solidFill>
              </a:defRPr>
            </a:lvl1pPr>
          </a:lstStyle>
          <a:p>
            <a:r>
              <a:rPr lang="en-US" dirty="0"/>
              <a:t>Click to add title – Arial bold 72pt</a:t>
            </a:r>
            <a:endParaRPr lang="en-GB" dirty="0"/>
          </a:p>
        </p:txBody>
      </p:sp>
      <p:sp>
        <p:nvSpPr>
          <p:cNvPr id="11" name="Text Placeholder 5"/>
          <p:cNvSpPr>
            <a:spLocks noGrp="1"/>
          </p:cNvSpPr>
          <p:nvPr>
            <p:ph type="body" sz="quarter" idx="10" hasCustomPrompt="1"/>
          </p:nvPr>
        </p:nvSpPr>
        <p:spPr>
          <a:xfrm>
            <a:off x="1058786" y="2716524"/>
            <a:ext cx="35504166" cy="757130"/>
          </a:xfrm>
          <a:prstGeom prst="rect">
            <a:avLst/>
          </a:prstGeom>
        </p:spPr>
        <p:txBody>
          <a:bodyPr wrap="square" lIns="0">
            <a:spAutoFit/>
          </a:bodyPr>
          <a:lstStyle>
            <a:lvl1pPr marL="0" marR="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sz="4800" b="1" baseline="0">
                <a:solidFill>
                  <a:schemeClr val="tx1"/>
                </a:solidFill>
                <a:latin typeface="+mj-lt"/>
              </a:defRPr>
            </a:lvl1pPr>
          </a:lstStyle>
          <a:p>
            <a:pPr marL="0" marR="0" lvl="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a:pPr>
            <a:r>
              <a:rPr lang="en-US" dirty="0"/>
              <a:t>Click to add authors – Arial bold 48pt</a:t>
            </a:r>
          </a:p>
        </p:txBody>
      </p:sp>
      <p:sp>
        <p:nvSpPr>
          <p:cNvPr id="13" name="Text Placeholder 7"/>
          <p:cNvSpPr>
            <a:spLocks noGrp="1"/>
          </p:cNvSpPr>
          <p:nvPr>
            <p:ph type="body" sz="quarter" idx="11" hasCustomPrompt="1"/>
          </p:nvPr>
        </p:nvSpPr>
        <p:spPr>
          <a:xfrm>
            <a:off x="1058785" y="4074786"/>
            <a:ext cx="35504166" cy="480131"/>
          </a:xfrm>
          <a:prstGeom prst="rect">
            <a:avLst/>
          </a:prstGeom>
        </p:spPr>
        <p:txBody>
          <a:bodyPr wrap="square" lIns="0">
            <a:spAutoFit/>
          </a:bodyPr>
          <a:lstStyle>
            <a:lvl1pPr marL="0" marR="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sz="2800" b="1">
                <a:solidFill>
                  <a:schemeClr val="tx1"/>
                </a:solidFill>
                <a:latin typeface="+mj-lt"/>
              </a:defRPr>
            </a:lvl1pPr>
          </a:lstStyle>
          <a:p>
            <a:pPr marL="0" marR="0" lvl="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a:pPr>
            <a:r>
              <a:rPr lang="en-US" dirty="0"/>
              <a:t>Click to add </a:t>
            </a:r>
            <a:r>
              <a:rPr lang="en-US" dirty="0" err="1"/>
              <a:t>affilliations</a:t>
            </a:r>
            <a:r>
              <a:rPr lang="en-US" dirty="0"/>
              <a:t> – Arial bold 28pt</a:t>
            </a:r>
            <a:endParaRPr lang="en-GB" dirty="0"/>
          </a:p>
        </p:txBody>
      </p:sp>
      <p:sp>
        <p:nvSpPr>
          <p:cNvPr id="14" name="Text Placeholder 3"/>
          <p:cNvSpPr>
            <a:spLocks noGrp="1"/>
          </p:cNvSpPr>
          <p:nvPr>
            <p:ph type="body" sz="quarter" idx="14" hasCustomPrompt="1"/>
          </p:nvPr>
        </p:nvSpPr>
        <p:spPr>
          <a:xfrm>
            <a:off x="36605035" y="2745635"/>
            <a:ext cx="6191541" cy="2444871"/>
          </a:xfrm>
          <a:prstGeom prst="rect">
            <a:avLst/>
          </a:prstGeom>
          <a:noFill/>
          <a:ln w="41275">
            <a:noFill/>
            <a:prstDash val="sysDash"/>
          </a:ln>
        </p:spPr>
        <p:txBody>
          <a:bodyPr>
            <a:noAutofit/>
          </a:bodyPr>
          <a:lstStyle>
            <a:lvl1pPr marL="0" indent="0">
              <a:buNone/>
              <a:defRPr sz="3816" baseline="0">
                <a:solidFill>
                  <a:schemeClr val="tx1"/>
                </a:solidFill>
              </a:defRPr>
            </a:lvl1pPr>
            <a:lvl2pPr>
              <a:defRPr sz="4294"/>
            </a:lvl2pPr>
            <a:lvl3pPr>
              <a:defRPr sz="3816"/>
            </a:lvl3pPr>
            <a:lvl4pPr>
              <a:defRPr sz="3180"/>
            </a:lvl4pPr>
            <a:lvl5pPr>
              <a:defRPr sz="3180"/>
            </a:lvl5pPr>
          </a:lstStyle>
          <a:p>
            <a:pPr lvl="0"/>
            <a:r>
              <a:rPr lang="en-GB" dirty="0"/>
              <a:t>Keep this area clear</a:t>
            </a:r>
          </a:p>
        </p:txBody>
      </p:sp>
      <p:sp>
        <p:nvSpPr>
          <p:cNvPr id="22" name="Rectangle 21">
            <a:extLst>
              <a:ext uri="{C183D7F6-B498-43B3-948B-1728B52AA6E4}">
                <adec:decorative xmlns:adec="http://schemas.microsoft.com/office/drawing/2017/decorative" val="1"/>
              </a:ext>
            </a:extLst>
          </p:cNvPr>
          <p:cNvSpPr/>
          <p:nvPr/>
        </p:nvSpPr>
        <p:spPr>
          <a:xfrm>
            <a:off x="1022400" y="5857199"/>
            <a:ext cx="9647284" cy="769687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23" name="Content Placeholder 3"/>
          <p:cNvSpPr>
            <a:spLocks noGrp="1"/>
          </p:cNvSpPr>
          <p:nvPr>
            <p:ph sz="quarter" idx="18" hasCustomPrompt="1"/>
          </p:nvPr>
        </p:nvSpPr>
        <p:spPr>
          <a:xfrm>
            <a:off x="1022400" y="5857199"/>
            <a:ext cx="9647284" cy="7696875"/>
          </a:xfrm>
          <a:prstGeom prst="rect">
            <a:avLst/>
          </a:prstGeom>
        </p:spPr>
        <p:txBody>
          <a:bodyPr/>
          <a:lstStyle>
            <a:lvl1pPr marL="0" marR="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lang="en-US" sz="4000" b="0" kern="1200" dirty="0" smtClean="0">
                <a:solidFill>
                  <a:schemeClr val="tx1"/>
                </a:solidFill>
                <a:latin typeface="+mj-lt"/>
                <a:ea typeface="+mn-ea"/>
                <a:cs typeface="+mn-cs"/>
              </a:defRPr>
            </a:lvl1pPr>
          </a:lstStyle>
          <a:p>
            <a:pPr marL="0" marR="0" lvl="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a:pPr>
            <a:r>
              <a:rPr lang="en-US" dirty="0"/>
              <a:t>Click here to add text or choose graphic icon below</a:t>
            </a:r>
          </a:p>
          <a:p>
            <a:pPr lvl="0"/>
            <a:endParaRPr lang="en-GB" dirty="0"/>
          </a:p>
        </p:txBody>
      </p:sp>
      <p:sp>
        <p:nvSpPr>
          <p:cNvPr id="31" name="Rectangle 30">
            <a:extLst>
              <a:ext uri="{C183D7F6-B498-43B3-948B-1728B52AA6E4}">
                <adec:decorative xmlns:adec="http://schemas.microsoft.com/office/drawing/2017/decorative" val="1"/>
              </a:ext>
            </a:extLst>
          </p:cNvPr>
          <p:cNvSpPr/>
          <p:nvPr/>
        </p:nvSpPr>
        <p:spPr>
          <a:xfrm>
            <a:off x="1022400" y="14270352"/>
            <a:ext cx="9647284" cy="770858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32" name="Content Placeholder 3"/>
          <p:cNvSpPr>
            <a:spLocks noGrp="1"/>
          </p:cNvSpPr>
          <p:nvPr>
            <p:ph sz="quarter" idx="20" hasCustomPrompt="1"/>
          </p:nvPr>
        </p:nvSpPr>
        <p:spPr>
          <a:xfrm>
            <a:off x="1022400" y="14270352"/>
            <a:ext cx="9647284" cy="7708586"/>
          </a:xfrm>
          <a:prstGeom prst="rect">
            <a:avLst/>
          </a:prstGeom>
        </p:spPr>
        <p:txBody>
          <a:bodyPr/>
          <a:lstStyle>
            <a:lvl1pPr marL="0" marR="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lang="en-US" sz="4000" b="0" kern="1200" dirty="0" smtClean="0">
                <a:solidFill>
                  <a:schemeClr val="tx1"/>
                </a:solidFill>
                <a:latin typeface="+mj-lt"/>
                <a:ea typeface="+mn-ea"/>
                <a:cs typeface="+mn-cs"/>
              </a:defRPr>
            </a:lvl1pPr>
          </a:lstStyle>
          <a:p>
            <a:pPr marL="0" marR="0" lvl="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a:pPr>
            <a:r>
              <a:rPr lang="en-US" dirty="0"/>
              <a:t>Click here to add text or choose graphic icon below</a:t>
            </a:r>
          </a:p>
          <a:p>
            <a:pPr lvl="0"/>
            <a:endParaRPr lang="en-GB" dirty="0"/>
          </a:p>
        </p:txBody>
      </p:sp>
      <p:sp>
        <p:nvSpPr>
          <p:cNvPr id="33" name="Rectangle 32">
            <a:extLst>
              <a:ext uri="{C183D7F6-B498-43B3-948B-1728B52AA6E4}">
                <adec:decorative xmlns:adec="http://schemas.microsoft.com/office/drawing/2017/decorative" val="1"/>
              </a:ext>
            </a:extLst>
          </p:cNvPr>
          <p:cNvSpPr/>
          <p:nvPr/>
        </p:nvSpPr>
        <p:spPr>
          <a:xfrm>
            <a:off x="1022400" y="22687007"/>
            <a:ext cx="9647284" cy="490699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34" name="Content Placeholder 3"/>
          <p:cNvSpPr>
            <a:spLocks noGrp="1"/>
          </p:cNvSpPr>
          <p:nvPr>
            <p:ph sz="quarter" idx="21" hasCustomPrompt="1"/>
          </p:nvPr>
        </p:nvSpPr>
        <p:spPr>
          <a:xfrm>
            <a:off x="1022400" y="22687007"/>
            <a:ext cx="9647284" cy="4906992"/>
          </a:xfrm>
          <a:prstGeom prst="rect">
            <a:avLst/>
          </a:prstGeom>
        </p:spPr>
        <p:txBody>
          <a:bodyPr/>
          <a:lstStyle>
            <a:lvl1pPr marL="0" marR="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lang="en-US" sz="4000" b="0" kern="1200" dirty="0" smtClean="0">
                <a:solidFill>
                  <a:schemeClr val="tx1"/>
                </a:solidFill>
                <a:latin typeface="+mj-lt"/>
                <a:ea typeface="+mn-ea"/>
                <a:cs typeface="+mn-cs"/>
              </a:defRPr>
            </a:lvl1pPr>
          </a:lstStyle>
          <a:p>
            <a:pPr marL="0" marR="0" lvl="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a:pPr>
            <a:r>
              <a:rPr lang="en-US" dirty="0"/>
              <a:t>Click here to add text or choose graphic icon below</a:t>
            </a:r>
          </a:p>
          <a:p>
            <a:pPr lvl="0"/>
            <a:endParaRPr lang="en-GB" dirty="0"/>
          </a:p>
        </p:txBody>
      </p:sp>
      <p:sp>
        <p:nvSpPr>
          <p:cNvPr id="8" name="Rectangle 7">
            <a:extLst>
              <a:ext uri="{C183D7F6-B498-43B3-948B-1728B52AA6E4}">
                <adec:decorative xmlns:adec="http://schemas.microsoft.com/office/drawing/2017/decorative" val="1"/>
              </a:ext>
            </a:extLst>
          </p:cNvPr>
          <p:cNvSpPr/>
          <p:nvPr/>
        </p:nvSpPr>
        <p:spPr>
          <a:xfrm>
            <a:off x="11389828" y="5857200"/>
            <a:ext cx="9647284" cy="217368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9" name="Content Placeholder 3"/>
          <p:cNvSpPr>
            <a:spLocks noGrp="1"/>
          </p:cNvSpPr>
          <p:nvPr>
            <p:ph sz="quarter" idx="16" hasCustomPrompt="1"/>
          </p:nvPr>
        </p:nvSpPr>
        <p:spPr>
          <a:xfrm>
            <a:off x="11389828" y="5857200"/>
            <a:ext cx="9647284" cy="21736800"/>
          </a:xfrm>
          <a:prstGeom prst="rect">
            <a:avLst/>
          </a:prstGeom>
        </p:spPr>
        <p:txBody>
          <a:bodyPr/>
          <a:lstStyle>
            <a:lvl1pPr marL="0" marR="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sz="4000" b="0">
                <a:latin typeface="+mj-lt"/>
              </a:defRPr>
            </a:lvl1pPr>
            <a:lvl2pPr>
              <a:defRPr sz="5399" b="1">
                <a:latin typeface="+mj-lt"/>
              </a:defRPr>
            </a:lvl2pPr>
            <a:lvl3pPr>
              <a:defRPr sz="4800" b="1">
                <a:latin typeface="+mj-lt"/>
              </a:defRPr>
            </a:lvl3pPr>
            <a:lvl4pPr>
              <a:defRPr sz="2400"/>
            </a:lvl4pPr>
          </a:lstStyle>
          <a:p>
            <a:pPr marL="0" marR="0" lvl="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a:pPr>
            <a:r>
              <a:rPr lang="en-US" dirty="0"/>
              <a:t>Click here to add text or choose graphic icon below</a:t>
            </a:r>
          </a:p>
        </p:txBody>
      </p:sp>
      <p:sp>
        <p:nvSpPr>
          <p:cNvPr id="12" name="Rectangle 11">
            <a:extLst>
              <a:ext uri="{C183D7F6-B498-43B3-948B-1728B52AA6E4}">
                <adec:decorative xmlns:adec="http://schemas.microsoft.com/office/drawing/2017/decorative" val="1"/>
              </a:ext>
            </a:extLst>
          </p:cNvPr>
          <p:cNvSpPr/>
          <p:nvPr/>
        </p:nvSpPr>
        <p:spPr>
          <a:xfrm>
            <a:off x="21764130" y="5857199"/>
            <a:ext cx="9647284" cy="217368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16" name="Content Placeholder 3"/>
          <p:cNvSpPr>
            <a:spLocks noGrp="1"/>
          </p:cNvSpPr>
          <p:nvPr>
            <p:ph sz="quarter" idx="17" hasCustomPrompt="1"/>
          </p:nvPr>
        </p:nvSpPr>
        <p:spPr>
          <a:xfrm>
            <a:off x="21764130" y="5857200"/>
            <a:ext cx="9647284" cy="21736800"/>
          </a:xfrm>
          <a:prstGeom prst="rect">
            <a:avLst/>
          </a:prstGeom>
        </p:spPr>
        <p:txBody>
          <a:bodyPr/>
          <a:lstStyle>
            <a:lvl1pPr marL="0" marR="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lang="en-US" sz="4000" b="0" kern="1200" dirty="0" smtClean="0">
                <a:solidFill>
                  <a:schemeClr val="tx1"/>
                </a:solidFill>
                <a:latin typeface="+mj-lt"/>
                <a:ea typeface="+mn-ea"/>
                <a:cs typeface="+mn-cs"/>
              </a:defRPr>
            </a:lvl1pPr>
          </a:lstStyle>
          <a:p>
            <a:pPr marL="0" marR="0" lvl="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a:pPr>
            <a:r>
              <a:rPr lang="en-US" dirty="0"/>
              <a:t>Click here to add text or choose graphic icon below</a:t>
            </a:r>
          </a:p>
        </p:txBody>
      </p:sp>
      <p:sp>
        <p:nvSpPr>
          <p:cNvPr id="35" name="Rectangle 34">
            <a:extLst>
              <a:ext uri="{C183D7F6-B498-43B3-948B-1728B52AA6E4}">
                <adec:decorative xmlns:adec="http://schemas.microsoft.com/office/drawing/2017/decorative" val="1"/>
              </a:ext>
            </a:extLst>
          </p:cNvPr>
          <p:cNvSpPr/>
          <p:nvPr/>
        </p:nvSpPr>
        <p:spPr>
          <a:xfrm>
            <a:off x="32139088" y="5857200"/>
            <a:ext cx="9639150" cy="488548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36" name="Content Placeholder 3"/>
          <p:cNvSpPr>
            <a:spLocks noGrp="1"/>
          </p:cNvSpPr>
          <p:nvPr>
            <p:ph sz="quarter" idx="22" hasCustomPrompt="1"/>
          </p:nvPr>
        </p:nvSpPr>
        <p:spPr>
          <a:xfrm>
            <a:off x="32139088" y="5857200"/>
            <a:ext cx="9639150" cy="4885481"/>
          </a:xfrm>
          <a:prstGeom prst="rect">
            <a:avLst/>
          </a:prstGeom>
        </p:spPr>
        <p:txBody>
          <a:bodyPr/>
          <a:lstStyle>
            <a:lvl1pPr marL="0" marR="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lang="en-US" sz="4000" b="0" kern="1200" dirty="0" smtClean="0">
                <a:solidFill>
                  <a:schemeClr val="tx1"/>
                </a:solidFill>
                <a:latin typeface="+mj-lt"/>
                <a:ea typeface="+mn-ea"/>
                <a:cs typeface="+mn-cs"/>
              </a:defRPr>
            </a:lvl1pPr>
          </a:lstStyle>
          <a:p>
            <a:pPr marL="0" marR="0" lvl="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a:pPr>
            <a:r>
              <a:rPr lang="en-US" dirty="0"/>
              <a:t>Click here to add text or choose graphic icon below</a:t>
            </a:r>
          </a:p>
        </p:txBody>
      </p:sp>
      <p:sp>
        <p:nvSpPr>
          <p:cNvPr id="37" name="Rectangle 36">
            <a:extLst>
              <a:ext uri="{C183D7F6-B498-43B3-948B-1728B52AA6E4}">
                <adec:decorative xmlns:adec="http://schemas.microsoft.com/office/drawing/2017/decorative" val="1"/>
              </a:ext>
            </a:extLst>
          </p:cNvPr>
          <p:cNvSpPr/>
          <p:nvPr/>
        </p:nvSpPr>
        <p:spPr>
          <a:xfrm>
            <a:off x="32139088" y="11456066"/>
            <a:ext cx="9639150" cy="771458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38" name="Content Placeholder 3"/>
          <p:cNvSpPr>
            <a:spLocks noGrp="1"/>
          </p:cNvSpPr>
          <p:nvPr>
            <p:ph sz="quarter" idx="23" hasCustomPrompt="1"/>
          </p:nvPr>
        </p:nvSpPr>
        <p:spPr>
          <a:xfrm>
            <a:off x="32139088" y="11456066"/>
            <a:ext cx="9639150" cy="7714584"/>
          </a:xfrm>
          <a:prstGeom prst="rect">
            <a:avLst/>
          </a:prstGeom>
        </p:spPr>
        <p:txBody>
          <a:bodyPr/>
          <a:lstStyle>
            <a:lvl1pPr marL="0" marR="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lang="en-US" sz="4000" b="0" kern="1200" dirty="0" smtClean="0">
                <a:solidFill>
                  <a:schemeClr val="tx1"/>
                </a:solidFill>
                <a:latin typeface="+mj-lt"/>
                <a:ea typeface="+mn-ea"/>
                <a:cs typeface="+mn-cs"/>
              </a:defRPr>
            </a:lvl1pPr>
            <a:lvl2pPr>
              <a:defRPr lang="en-US" sz="4000" b="0" kern="1200" dirty="0" smtClean="0">
                <a:solidFill>
                  <a:schemeClr val="tx1"/>
                </a:solidFill>
                <a:latin typeface="+mj-lt"/>
                <a:ea typeface="+mn-ea"/>
                <a:cs typeface="+mn-cs"/>
              </a:defRPr>
            </a:lvl2pPr>
          </a:lstStyle>
          <a:p>
            <a:pPr marL="0" marR="0" lvl="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a:pPr>
            <a:r>
              <a:rPr lang="en-US" dirty="0"/>
              <a:t>Click here to add text or choose graphic icon below</a:t>
            </a:r>
          </a:p>
          <a:p>
            <a:pPr lvl="0"/>
            <a:endParaRPr lang="en-GB" dirty="0"/>
          </a:p>
        </p:txBody>
      </p:sp>
      <p:sp>
        <p:nvSpPr>
          <p:cNvPr id="39" name="Rectangle 38">
            <a:extLst>
              <a:ext uri="{C183D7F6-B498-43B3-948B-1728B52AA6E4}">
                <adec:decorative xmlns:adec="http://schemas.microsoft.com/office/drawing/2017/decorative" val="1"/>
              </a:ext>
            </a:extLst>
          </p:cNvPr>
          <p:cNvSpPr/>
          <p:nvPr/>
        </p:nvSpPr>
        <p:spPr>
          <a:xfrm>
            <a:off x="32139088" y="19879186"/>
            <a:ext cx="9639150" cy="771770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40" name="Content Placeholder 3"/>
          <p:cNvSpPr>
            <a:spLocks noGrp="1"/>
          </p:cNvSpPr>
          <p:nvPr>
            <p:ph sz="quarter" idx="24" hasCustomPrompt="1"/>
          </p:nvPr>
        </p:nvSpPr>
        <p:spPr>
          <a:xfrm>
            <a:off x="32139088" y="19879186"/>
            <a:ext cx="9639150" cy="7717705"/>
          </a:xfrm>
          <a:prstGeom prst="rect">
            <a:avLst/>
          </a:prstGeom>
        </p:spPr>
        <p:txBody>
          <a:bodyPr/>
          <a:lstStyle>
            <a:lvl1pPr marL="0" marR="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lang="en-US" sz="4000" b="0" kern="1200" dirty="0" smtClean="0">
                <a:solidFill>
                  <a:schemeClr val="tx1"/>
                </a:solidFill>
                <a:latin typeface="+mj-lt"/>
                <a:ea typeface="+mn-ea"/>
                <a:cs typeface="+mn-cs"/>
              </a:defRPr>
            </a:lvl1pPr>
            <a:lvl2pPr>
              <a:defRPr lang="en-US" sz="4000" b="0" kern="1200" dirty="0" smtClean="0">
                <a:solidFill>
                  <a:schemeClr val="tx1"/>
                </a:solidFill>
                <a:latin typeface="+mj-lt"/>
                <a:ea typeface="+mn-ea"/>
                <a:cs typeface="+mn-cs"/>
              </a:defRPr>
            </a:lvl2pPr>
          </a:lstStyle>
          <a:p>
            <a:pPr marL="0" marR="0" lvl="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a:pPr>
            <a:r>
              <a:rPr lang="en-US" dirty="0"/>
              <a:t>Click here to add text or choose graphic icon below</a:t>
            </a:r>
          </a:p>
          <a:p>
            <a:pPr lvl="0"/>
            <a:endParaRPr lang="en-GB" dirty="0"/>
          </a:p>
        </p:txBody>
      </p:sp>
      <p:sp>
        <p:nvSpPr>
          <p:cNvPr id="15" name="Text Placeholder 19"/>
          <p:cNvSpPr>
            <a:spLocks noGrp="1"/>
          </p:cNvSpPr>
          <p:nvPr>
            <p:ph type="body" sz="quarter" idx="13" hasCustomPrompt="1"/>
          </p:nvPr>
        </p:nvSpPr>
        <p:spPr>
          <a:xfrm>
            <a:off x="1058784" y="28641677"/>
            <a:ext cx="12419679" cy="1238250"/>
          </a:xfrm>
          <a:prstGeom prst="rect">
            <a:avLst/>
          </a:prstGeom>
        </p:spPr>
        <p:txBody>
          <a:bodyPr>
            <a:normAutofit/>
          </a:bodyPr>
          <a:lstStyle>
            <a:lvl1pPr marL="0" indent="0">
              <a:buNone/>
              <a:defRPr sz="2800" baseline="0">
                <a:solidFill>
                  <a:schemeClr val="tx1"/>
                </a:solidFill>
              </a:defRPr>
            </a:lvl1pPr>
          </a:lstStyle>
          <a:p>
            <a:pPr lvl="0"/>
            <a:r>
              <a:rPr lang="en-US" dirty="0"/>
              <a:t>Add contact details here</a:t>
            </a:r>
            <a:endParaRPr lang="en-GB" dirty="0"/>
          </a:p>
        </p:txBody>
      </p:sp>
      <p:sp>
        <p:nvSpPr>
          <p:cNvPr id="17" name="Text Placeholder 17"/>
          <p:cNvSpPr>
            <a:spLocks noGrp="1"/>
          </p:cNvSpPr>
          <p:nvPr>
            <p:ph type="body" sz="quarter" idx="12" hasCustomPrompt="1"/>
          </p:nvPr>
        </p:nvSpPr>
        <p:spPr>
          <a:xfrm>
            <a:off x="29642776" y="28641677"/>
            <a:ext cx="12133950" cy="1238250"/>
          </a:xfrm>
          <a:prstGeom prst="rect">
            <a:avLst/>
          </a:prstGeom>
        </p:spPr>
        <p:txBody>
          <a:bodyPr>
            <a:normAutofit/>
          </a:bodyPr>
          <a:lstStyle>
            <a:lvl1pPr marL="0" indent="0" algn="r">
              <a:buNone/>
              <a:defRPr sz="2800" baseline="0">
                <a:solidFill>
                  <a:schemeClr val="tx1"/>
                </a:solidFill>
              </a:defRPr>
            </a:lvl1pPr>
          </a:lstStyle>
          <a:p>
            <a:pPr lvl="0"/>
            <a:r>
              <a:rPr lang="en-US" dirty="0"/>
              <a:t>Add collaborator logos here</a:t>
            </a:r>
          </a:p>
        </p:txBody>
      </p:sp>
    </p:spTree>
    <p:extLst>
      <p:ext uri="{BB962C8B-B14F-4D97-AF65-F5344CB8AC3E}">
        <p14:creationId xmlns:p14="http://schemas.microsoft.com/office/powerpoint/2010/main" val="2636683941"/>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40" orient="horz" pos="3684">
          <p15:clr>
            <a:srgbClr val="FBAE40"/>
          </p15:clr>
        </p15:guide>
        <p15:guide id="41" pos="13254">
          <p15:clr>
            <a:srgbClr val="FBAE40"/>
          </p15:clr>
        </p15:guide>
        <p15:guide id="42" pos="19785">
          <p15:clr>
            <a:srgbClr val="FBAE40"/>
          </p15:clr>
        </p15:guide>
        <p15:guide id="43" pos="20239">
          <p15:clr>
            <a:srgbClr val="FBAE40"/>
          </p15:clr>
        </p15:guide>
        <p15:guide id="44" pos="13707">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A0 Landscape Poster - 3 columns, 11 boxes v1">
    <p:spTree>
      <p:nvGrpSpPr>
        <p:cNvPr id="1" name=""/>
        <p:cNvGrpSpPr/>
        <p:nvPr/>
      </p:nvGrpSpPr>
      <p:grpSpPr>
        <a:xfrm>
          <a:off x="0" y="0"/>
          <a:ext cx="0" cy="0"/>
          <a:chOff x="0" y="0"/>
          <a:chExt cx="0" cy="0"/>
        </a:xfrm>
      </p:grpSpPr>
      <p:sp>
        <p:nvSpPr>
          <p:cNvPr id="10" name="Title 1"/>
          <p:cNvSpPr>
            <a:spLocks noGrp="1"/>
          </p:cNvSpPr>
          <p:nvPr>
            <p:ph type="title" hasCustomPrompt="1"/>
          </p:nvPr>
        </p:nvSpPr>
        <p:spPr>
          <a:xfrm>
            <a:off x="1058785" y="919091"/>
            <a:ext cx="40717941" cy="1089401"/>
          </a:xfrm>
          <a:prstGeom prst="rect">
            <a:avLst/>
          </a:prstGeom>
        </p:spPr>
        <p:txBody>
          <a:bodyPr wrap="square" lIns="0">
            <a:spAutoFit/>
          </a:bodyPr>
          <a:lstStyle>
            <a:lvl1pPr>
              <a:defRPr sz="7199" b="1">
                <a:solidFill>
                  <a:schemeClr val="tx1"/>
                </a:solidFill>
              </a:defRPr>
            </a:lvl1pPr>
          </a:lstStyle>
          <a:p>
            <a:r>
              <a:rPr lang="en-US" dirty="0"/>
              <a:t>Click to add title – Arial bold 72pt</a:t>
            </a:r>
            <a:endParaRPr lang="en-GB" dirty="0"/>
          </a:p>
        </p:txBody>
      </p:sp>
      <p:sp>
        <p:nvSpPr>
          <p:cNvPr id="11" name="Text Placeholder 5"/>
          <p:cNvSpPr>
            <a:spLocks noGrp="1"/>
          </p:cNvSpPr>
          <p:nvPr>
            <p:ph type="body" sz="quarter" idx="10" hasCustomPrompt="1"/>
          </p:nvPr>
        </p:nvSpPr>
        <p:spPr>
          <a:xfrm>
            <a:off x="1058786" y="2716524"/>
            <a:ext cx="35504166" cy="757130"/>
          </a:xfrm>
          <a:prstGeom prst="rect">
            <a:avLst/>
          </a:prstGeom>
        </p:spPr>
        <p:txBody>
          <a:bodyPr wrap="square" lIns="0">
            <a:spAutoFit/>
          </a:bodyPr>
          <a:lstStyle>
            <a:lvl1pPr marL="0" marR="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sz="4800" b="1" baseline="0">
                <a:solidFill>
                  <a:schemeClr val="tx1"/>
                </a:solidFill>
                <a:latin typeface="+mj-lt"/>
              </a:defRPr>
            </a:lvl1pPr>
          </a:lstStyle>
          <a:p>
            <a:pPr marL="0" marR="0" lvl="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a:pPr>
            <a:r>
              <a:rPr lang="en-US" dirty="0"/>
              <a:t>Click to add authors – Arial bold 48pt</a:t>
            </a:r>
          </a:p>
        </p:txBody>
      </p:sp>
      <p:sp>
        <p:nvSpPr>
          <p:cNvPr id="13" name="Text Placeholder 7"/>
          <p:cNvSpPr>
            <a:spLocks noGrp="1"/>
          </p:cNvSpPr>
          <p:nvPr>
            <p:ph type="body" sz="quarter" idx="11" hasCustomPrompt="1"/>
          </p:nvPr>
        </p:nvSpPr>
        <p:spPr>
          <a:xfrm>
            <a:off x="1058785" y="4074786"/>
            <a:ext cx="35504166" cy="480131"/>
          </a:xfrm>
          <a:prstGeom prst="rect">
            <a:avLst/>
          </a:prstGeom>
        </p:spPr>
        <p:txBody>
          <a:bodyPr wrap="square" lIns="0">
            <a:spAutoFit/>
          </a:bodyPr>
          <a:lstStyle>
            <a:lvl1pPr marL="0" marR="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sz="2800" b="1">
                <a:solidFill>
                  <a:schemeClr val="tx1"/>
                </a:solidFill>
                <a:latin typeface="+mj-lt"/>
              </a:defRPr>
            </a:lvl1pPr>
          </a:lstStyle>
          <a:p>
            <a:pPr marL="0" marR="0" lvl="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a:pPr>
            <a:r>
              <a:rPr lang="en-US" dirty="0"/>
              <a:t>Click to add </a:t>
            </a:r>
            <a:r>
              <a:rPr lang="en-US" dirty="0" err="1"/>
              <a:t>affilliations</a:t>
            </a:r>
            <a:r>
              <a:rPr lang="en-US" dirty="0"/>
              <a:t> – Arial bold 28pt</a:t>
            </a:r>
            <a:endParaRPr lang="en-GB" dirty="0"/>
          </a:p>
        </p:txBody>
      </p:sp>
      <p:sp>
        <p:nvSpPr>
          <p:cNvPr id="14" name="Text Placeholder 3"/>
          <p:cNvSpPr>
            <a:spLocks noGrp="1"/>
          </p:cNvSpPr>
          <p:nvPr>
            <p:ph type="body" sz="quarter" idx="14" hasCustomPrompt="1"/>
          </p:nvPr>
        </p:nvSpPr>
        <p:spPr>
          <a:xfrm>
            <a:off x="36605035" y="2745635"/>
            <a:ext cx="6191541" cy="2444871"/>
          </a:xfrm>
          <a:prstGeom prst="rect">
            <a:avLst/>
          </a:prstGeom>
          <a:noFill/>
          <a:ln w="41275">
            <a:noFill/>
            <a:prstDash val="sysDash"/>
          </a:ln>
        </p:spPr>
        <p:txBody>
          <a:bodyPr>
            <a:noAutofit/>
          </a:bodyPr>
          <a:lstStyle>
            <a:lvl1pPr marL="0" indent="0">
              <a:buNone/>
              <a:defRPr sz="3816" baseline="0">
                <a:solidFill>
                  <a:schemeClr val="tx1"/>
                </a:solidFill>
              </a:defRPr>
            </a:lvl1pPr>
            <a:lvl2pPr>
              <a:defRPr sz="4294"/>
            </a:lvl2pPr>
            <a:lvl3pPr>
              <a:defRPr sz="3816"/>
            </a:lvl3pPr>
            <a:lvl4pPr>
              <a:defRPr sz="3180"/>
            </a:lvl4pPr>
            <a:lvl5pPr>
              <a:defRPr sz="3180"/>
            </a:lvl5pPr>
          </a:lstStyle>
          <a:p>
            <a:pPr lvl="0"/>
            <a:r>
              <a:rPr lang="en-GB" dirty="0"/>
              <a:t>Keep this area clear</a:t>
            </a:r>
          </a:p>
        </p:txBody>
      </p:sp>
      <p:sp>
        <p:nvSpPr>
          <p:cNvPr id="22" name="Rectangle 21">
            <a:extLst>
              <a:ext uri="{C183D7F6-B498-43B3-948B-1728B52AA6E4}">
                <adec:decorative xmlns:adec="http://schemas.microsoft.com/office/drawing/2017/decorative" val="1"/>
              </a:ext>
            </a:extLst>
          </p:cNvPr>
          <p:cNvSpPr/>
          <p:nvPr/>
        </p:nvSpPr>
        <p:spPr>
          <a:xfrm>
            <a:off x="1022400" y="5857200"/>
            <a:ext cx="9647284" cy="770627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23" name="Content Placeholder 3"/>
          <p:cNvSpPr>
            <a:spLocks noGrp="1"/>
          </p:cNvSpPr>
          <p:nvPr>
            <p:ph sz="quarter" idx="18" hasCustomPrompt="1"/>
          </p:nvPr>
        </p:nvSpPr>
        <p:spPr>
          <a:xfrm>
            <a:off x="1022400" y="5857200"/>
            <a:ext cx="9647284" cy="7706270"/>
          </a:xfrm>
          <a:prstGeom prst="rect">
            <a:avLst/>
          </a:prstGeom>
        </p:spPr>
        <p:txBody>
          <a:bodyPr/>
          <a:lstStyle>
            <a:lvl1pPr marL="0" marR="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lang="en-US" sz="4000" b="0" kern="1200" dirty="0" smtClean="0">
                <a:solidFill>
                  <a:schemeClr val="tx1"/>
                </a:solidFill>
                <a:latin typeface="+mj-lt"/>
                <a:ea typeface="+mn-ea"/>
                <a:cs typeface="+mn-cs"/>
              </a:defRPr>
            </a:lvl1pPr>
          </a:lstStyle>
          <a:p>
            <a:pPr marL="0" marR="0" lvl="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a:pPr>
            <a:r>
              <a:rPr lang="en-US" dirty="0"/>
              <a:t>Click here to add text or choose graphic icon below</a:t>
            </a:r>
          </a:p>
          <a:p>
            <a:pPr lvl="0"/>
            <a:endParaRPr lang="en-GB" dirty="0"/>
          </a:p>
        </p:txBody>
      </p:sp>
      <p:sp>
        <p:nvSpPr>
          <p:cNvPr id="31" name="Rectangle 30">
            <a:extLst>
              <a:ext uri="{C183D7F6-B498-43B3-948B-1728B52AA6E4}">
                <adec:decorative xmlns:adec="http://schemas.microsoft.com/office/drawing/2017/decorative" val="1"/>
              </a:ext>
            </a:extLst>
          </p:cNvPr>
          <p:cNvSpPr/>
          <p:nvPr/>
        </p:nvSpPr>
        <p:spPr>
          <a:xfrm>
            <a:off x="1022400" y="14270352"/>
            <a:ext cx="9647284" cy="770858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32" name="Content Placeholder 3"/>
          <p:cNvSpPr>
            <a:spLocks noGrp="1"/>
          </p:cNvSpPr>
          <p:nvPr>
            <p:ph sz="quarter" idx="20" hasCustomPrompt="1"/>
          </p:nvPr>
        </p:nvSpPr>
        <p:spPr>
          <a:xfrm>
            <a:off x="1022400" y="14270352"/>
            <a:ext cx="9647284" cy="7708586"/>
          </a:xfrm>
          <a:prstGeom prst="rect">
            <a:avLst/>
          </a:prstGeom>
        </p:spPr>
        <p:txBody>
          <a:bodyPr/>
          <a:lstStyle>
            <a:lvl1pPr marL="0" marR="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lang="en-US" sz="4000" b="0" kern="1200" dirty="0" smtClean="0">
                <a:solidFill>
                  <a:schemeClr val="tx1"/>
                </a:solidFill>
                <a:latin typeface="+mj-lt"/>
                <a:ea typeface="+mn-ea"/>
                <a:cs typeface="+mn-cs"/>
              </a:defRPr>
            </a:lvl1pPr>
          </a:lstStyle>
          <a:p>
            <a:pPr marL="0" marR="0" lvl="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a:pPr>
            <a:r>
              <a:rPr lang="en-US" dirty="0"/>
              <a:t>Click here to add text or choose graphic icon below</a:t>
            </a:r>
          </a:p>
          <a:p>
            <a:pPr lvl="0"/>
            <a:endParaRPr lang="en-GB" dirty="0"/>
          </a:p>
        </p:txBody>
      </p:sp>
      <p:sp>
        <p:nvSpPr>
          <p:cNvPr id="33" name="Rectangle 32">
            <a:extLst>
              <a:ext uri="{C183D7F6-B498-43B3-948B-1728B52AA6E4}">
                <adec:decorative xmlns:adec="http://schemas.microsoft.com/office/drawing/2017/decorative" val="1"/>
              </a:ext>
            </a:extLst>
          </p:cNvPr>
          <p:cNvSpPr/>
          <p:nvPr/>
        </p:nvSpPr>
        <p:spPr>
          <a:xfrm>
            <a:off x="1022400" y="22695215"/>
            <a:ext cx="9647284" cy="490029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34" name="Content Placeholder 3"/>
          <p:cNvSpPr>
            <a:spLocks noGrp="1"/>
          </p:cNvSpPr>
          <p:nvPr>
            <p:ph sz="quarter" idx="21" hasCustomPrompt="1"/>
          </p:nvPr>
        </p:nvSpPr>
        <p:spPr>
          <a:xfrm>
            <a:off x="1022400" y="22695215"/>
            <a:ext cx="9647284" cy="4900298"/>
          </a:xfrm>
          <a:prstGeom prst="rect">
            <a:avLst/>
          </a:prstGeom>
        </p:spPr>
        <p:txBody>
          <a:bodyPr/>
          <a:lstStyle>
            <a:lvl1pPr marL="0" marR="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lang="en-US" sz="4000" b="0" kern="1200" dirty="0" smtClean="0">
                <a:solidFill>
                  <a:schemeClr val="tx1"/>
                </a:solidFill>
                <a:latin typeface="+mj-lt"/>
                <a:ea typeface="+mn-ea"/>
                <a:cs typeface="+mn-cs"/>
              </a:defRPr>
            </a:lvl1pPr>
          </a:lstStyle>
          <a:p>
            <a:pPr marL="0" marR="0" lvl="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a:pPr>
            <a:r>
              <a:rPr lang="en-US" dirty="0"/>
              <a:t>Click here to add text or choose graphic icon below</a:t>
            </a:r>
          </a:p>
          <a:p>
            <a:pPr lvl="0"/>
            <a:endParaRPr lang="en-GB" dirty="0"/>
          </a:p>
        </p:txBody>
      </p:sp>
      <p:sp>
        <p:nvSpPr>
          <p:cNvPr id="12" name="Rectangle 11">
            <a:extLst>
              <a:ext uri="{C183D7F6-B498-43B3-948B-1728B52AA6E4}">
                <adec:decorative xmlns:adec="http://schemas.microsoft.com/office/drawing/2017/decorative" val="1"/>
              </a:ext>
            </a:extLst>
          </p:cNvPr>
          <p:cNvSpPr/>
          <p:nvPr/>
        </p:nvSpPr>
        <p:spPr>
          <a:xfrm>
            <a:off x="11392485" y="5857200"/>
            <a:ext cx="6169504" cy="1049283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16" name="Content Placeholder 3"/>
          <p:cNvSpPr>
            <a:spLocks noGrp="1"/>
          </p:cNvSpPr>
          <p:nvPr>
            <p:ph sz="quarter" idx="17" hasCustomPrompt="1"/>
          </p:nvPr>
        </p:nvSpPr>
        <p:spPr>
          <a:xfrm>
            <a:off x="11392485" y="5857200"/>
            <a:ext cx="6169504" cy="10492832"/>
          </a:xfrm>
          <a:prstGeom prst="rect">
            <a:avLst/>
          </a:prstGeom>
        </p:spPr>
        <p:txBody>
          <a:bodyPr/>
          <a:lstStyle>
            <a:lvl1pPr marL="0" marR="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lang="en-US" sz="4000" b="0" kern="1200" dirty="0" smtClean="0">
                <a:solidFill>
                  <a:schemeClr val="tx1"/>
                </a:solidFill>
                <a:latin typeface="+mj-lt"/>
                <a:ea typeface="+mn-ea"/>
                <a:cs typeface="+mn-cs"/>
              </a:defRPr>
            </a:lvl1pPr>
            <a:lvl5pPr marL="6418641" indent="0">
              <a:buNone/>
              <a:defRPr/>
            </a:lvl5pPr>
          </a:lstStyle>
          <a:p>
            <a:pPr marL="0" marR="0" lvl="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a:pPr>
            <a:r>
              <a:rPr lang="en-US" dirty="0"/>
              <a:t>Click here to add text or choose graphic icon below</a:t>
            </a:r>
          </a:p>
        </p:txBody>
      </p:sp>
      <p:sp>
        <p:nvSpPr>
          <p:cNvPr id="26" name="Rectangle 25">
            <a:extLst>
              <a:ext uri="{C183D7F6-B498-43B3-948B-1728B52AA6E4}">
                <adec:decorative xmlns:adec="http://schemas.microsoft.com/office/drawing/2017/decorative" val="1"/>
              </a:ext>
            </a:extLst>
          </p:cNvPr>
          <p:cNvSpPr/>
          <p:nvPr/>
        </p:nvSpPr>
        <p:spPr>
          <a:xfrm>
            <a:off x="18313200" y="5857200"/>
            <a:ext cx="6170400" cy="1049283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27" name="Content Placeholder 3"/>
          <p:cNvSpPr>
            <a:spLocks noGrp="1"/>
          </p:cNvSpPr>
          <p:nvPr>
            <p:ph sz="quarter" idx="26" hasCustomPrompt="1"/>
          </p:nvPr>
        </p:nvSpPr>
        <p:spPr>
          <a:xfrm>
            <a:off x="18313200" y="5857200"/>
            <a:ext cx="6170400" cy="10492832"/>
          </a:xfrm>
          <a:prstGeom prst="rect">
            <a:avLst/>
          </a:prstGeom>
        </p:spPr>
        <p:txBody>
          <a:bodyPr/>
          <a:lstStyle>
            <a:lvl1pPr marL="0" marR="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lang="en-US" sz="4000" b="0" kern="1200" dirty="0" smtClean="0">
                <a:solidFill>
                  <a:schemeClr val="tx1"/>
                </a:solidFill>
                <a:latin typeface="+mj-lt"/>
                <a:ea typeface="+mn-ea"/>
                <a:cs typeface="+mn-cs"/>
              </a:defRPr>
            </a:lvl1pPr>
            <a:lvl5pPr marL="6418641" indent="0">
              <a:buNone/>
              <a:defRPr/>
            </a:lvl5pPr>
          </a:lstStyle>
          <a:p>
            <a:pPr marL="0" marR="0" lvl="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a:pPr>
            <a:r>
              <a:rPr lang="en-US" dirty="0"/>
              <a:t>Click here to add text or choose graphic icon below</a:t>
            </a:r>
          </a:p>
        </p:txBody>
      </p:sp>
      <p:sp>
        <p:nvSpPr>
          <p:cNvPr id="28" name="Rectangle 27">
            <a:extLst>
              <a:ext uri="{C183D7F6-B498-43B3-948B-1728B52AA6E4}">
                <adec:decorative xmlns:adec="http://schemas.microsoft.com/office/drawing/2017/decorative" val="1"/>
              </a:ext>
            </a:extLst>
          </p:cNvPr>
          <p:cNvSpPr/>
          <p:nvPr/>
        </p:nvSpPr>
        <p:spPr>
          <a:xfrm>
            <a:off x="25238859" y="5857200"/>
            <a:ext cx="6170400" cy="1049283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29" name="Content Placeholder 3"/>
          <p:cNvSpPr>
            <a:spLocks noGrp="1"/>
          </p:cNvSpPr>
          <p:nvPr>
            <p:ph sz="quarter" idx="27" hasCustomPrompt="1"/>
          </p:nvPr>
        </p:nvSpPr>
        <p:spPr>
          <a:xfrm>
            <a:off x="25238859" y="5857200"/>
            <a:ext cx="6170400" cy="10492832"/>
          </a:xfrm>
          <a:prstGeom prst="rect">
            <a:avLst/>
          </a:prstGeom>
        </p:spPr>
        <p:txBody>
          <a:bodyPr/>
          <a:lstStyle>
            <a:lvl1pPr marL="0" marR="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lang="en-US" sz="4000" b="0" kern="1200" dirty="0" smtClean="0">
                <a:solidFill>
                  <a:schemeClr val="tx1"/>
                </a:solidFill>
                <a:latin typeface="+mj-lt"/>
                <a:ea typeface="+mn-ea"/>
                <a:cs typeface="+mn-cs"/>
              </a:defRPr>
            </a:lvl1pPr>
          </a:lstStyle>
          <a:p>
            <a:pPr marL="0" marR="0" lvl="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a:pPr>
            <a:r>
              <a:rPr lang="en-US" dirty="0"/>
              <a:t>Click here to add text or choose graphic icon below</a:t>
            </a:r>
          </a:p>
        </p:txBody>
      </p:sp>
      <p:sp>
        <p:nvSpPr>
          <p:cNvPr id="8" name="Rectangle 7">
            <a:extLst>
              <a:ext uri="{C183D7F6-B498-43B3-948B-1728B52AA6E4}">
                <adec:decorative xmlns:adec="http://schemas.microsoft.com/office/drawing/2017/decorative" val="1"/>
              </a:ext>
            </a:extLst>
          </p:cNvPr>
          <p:cNvSpPr/>
          <p:nvPr/>
        </p:nvSpPr>
        <p:spPr>
          <a:xfrm>
            <a:off x="11392484" y="17081499"/>
            <a:ext cx="9647284" cy="1051401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9" name="Content Placeholder 3"/>
          <p:cNvSpPr>
            <a:spLocks noGrp="1"/>
          </p:cNvSpPr>
          <p:nvPr>
            <p:ph sz="quarter" idx="16" hasCustomPrompt="1"/>
          </p:nvPr>
        </p:nvSpPr>
        <p:spPr>
          <a:xfrm>
            <a:off x="11392484" y="17081499"/>
            <a:ext cx="9647284" cy="10514013"/>
          </a:xfrm>
          <a:prstGeom prst="rect">
            <a:avLst/>
          </a:prstGeom>
        </p:spPr>
        <p:txBody>
          <a:bodyPr/>
          <a:lstStyle>
            <a:lvl1pPr marL="0" marR="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sz="4000" b="0">
                <a:latin typeface="+mj-lt"/>
              </a:defRPr>
            </a:lvl1pPr>
            <a:lvl2pPr>
              <a:defRPr sz="5399" b="1">
                <a:latin typeface="+mj-lt"/>
              </a:defRPr>
            </a:lvl2pPr>
            <a:lvl3pPr>
              <a:defRPr sz="4800" b="1">
                <a:latin typeface="+mj-lt"/>
              </a:defRPr>
            </a:lvl3pPr>
            <a:lvl4pPr>
              <a:defRPr sz="2400"/>
            </a:lvl4pPr>
          </a:lstStyle>
          <a:p>
            <a:pPr marL="0" marR="0" lvl="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a:pPr>
            <a:r>
              <a:rPr lang="en-US" dirty="0"/>
              <a:t>Click here to add text or choose graphic icon below</a:t>
            </a:r>
          </a:p>
        </p:txBody>
      </p:sp>
      <p:sp>
        <p:nvSpPr>
          <p:cNvPr id="24" name="Rectangle 23">
            <a:extLst>
              <a:ext uri="{C183D7F6-B498-43B3-948B-1728B52AA6E4}">
                <adec:decorative xmlns:adec="http://schemas.microsoft.com/office/drawing/2017/decorative" val="1"/>
              </a:ext>
            </a:extLst>
          </p:cNvPr>
          <p:cNvSpPr/>
          <p:nvPr/>
        </p:nvSpPr>
        <p:spPr>
          <a:xfrm>
            <a:off x="21764940" y="17081499"/>
            <a:ext cx="9647284" cy="1051401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25" name="Content Placeholder 3"/>
          <p:cNvSpPr>
            <a:spLocks noGrp="1"/>
          </p:cNvSpPr>
          <p:nvPr>
            <p:ph sz="quarter" idx="25" hasCustomPrompt="1"/>
          </p:nvPr>
        </p:nvSpPr>
        <p:spPr>
          <a:xfrm>
            <a:off x="21764940" y="17081499"/>
            <a:ext cx="9647284" cy="10514013"/>
          </a:xfrm>
          <a:prstGeom prst="rect">
            <a:avLst/>
          </a:prstGeom>
        </p:spPr>
        <p:txBody>
          <a:bodyPr/>
          <a:lstStyle>
            <a:lvl1pPr marL="0" marR="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sz="4000" b="0">
                <a:latin typeface="+mj-lt"/>
              </a:defRPr>
            </a:lvl1pPr>
            <a:lvl2pPr>
              <a:defRPr sz="5399" b="1">
                <a:latin typeface="+mj-lt"/>
              </a:defRPr>
            </a:lvl2pPr>
            <a:lvl3pPr>
              <a:defRPr sz="4800" b="1">
                <a:latin typeface="+mj-lt"/>
              </a:defRPr>
            </a:lvl3pPr>
            <a:lvl4pPr>
              <a:defRPr sz="2400"/>
            </a:lvl4pPr>
          </a:lstStyle>
          <a:p>
            <a:pPr marL="0" marR="0" lvl="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a:pPr>
            <a:r>
              <a:rPr lang="en-US" dirty="0"/>
              <a:t>Click here to add text or choose graphic icon below</a:t>
            </a:r>
          </a:p>
        </p:txBody>
      </p:sp>
      <p:sp>
        <p:nvSpPr>
          <p:cNvPr id="35" name="Rectangle 34">
            <a:extLst>
              <a:ext uri="{C183D7F6-B498-43B3-948B-1728B52AA6E4}">
                <adec:decorative xmlns:adec="http://schemas.microsoft.com/office/drawing/2017/decorative" val="1"/>
              </a:ext>
            </a:extLst>
          </p:cNvPr>
          <p:cNvSpPr/>
          <p:nvPr/>
        </p:nvSpPr>
        <p:spPr>
          <a:xfrm>
            <a:off x="32134764" y="5857200"/>
            <a:ext cx="9647284" cy="488548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36" name="Content Placeholder 3"/>
          <p:cNvSpPr>
            <a:spLocks noGrp="1"/>
          </p:cNvSpPr>
          <p:nvPr>
            <p:ph sz="quarter" idx="22" hasCustomPrompt="1"/>
          </p:nvPr>
        </p:nvSpPr>
        <p:spPr>
          <a:xfrm>
            <a:off x="32134764" y="5857200"/>
            <a:ext cx="9647284" cy="4885481"/>
          </a:xfrm>
          <a:prstGeom prst="rect">
            <a:avLst/>
          </a:prstGeom>
        </p:spPr>
        <p:txBody>
          <a:bodyPr/>
          <a:lstStyle>
            <a:lvl1pPr marL="0" marR="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lang="en-US" sz="4000" b="0" kern="1200" dirty="0" smtClean="0">
                <a:solidFill>
                  <a:schemeClr val="tx1"/>
                </a:solidFill>
                <a:latin typeface="+mj-lt"/>
                <a:ea typeface="+mn-ea"/>
                <a:cs typeface="+mn-cs"/>
              </a:defRPr>
            </a:lvl1pPr>
          </a:lstStyle>
          <a:p>
            <a:pPr marL="0" marR="0" lvl="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a:pPr>
            <a:r>
              <a:rPr lang="en-US" dirty="0"/>
              <a:t>Click here to add text or choose graphic icon below</a:t>
            </a:r>
          </a:p>
        </p:txBody>
      </p:sp>
      <p:sp>
        <p:nvSpPr>
          <p:cNvPr id="37" name="Rectangle 36">
            <a:extLst>
              <a:ext uri="{C183D7F6-B498-43B3-948B-1728B52AA6E4}">
                <adec:decorative xmlns:adec="http://schemas.microsoft.com/office/drawing/2017/decorative" val="1"/>
              </a:ext>
            </a:extLst>
          </p:cNvPr>
          <p:cNvSpPr/>
          <p:nvPr/>
        </p:nvSpPr>
        <p:spPr>
          <a:xfrm>
            <a:off x="32134764" y="11478368"/>
            <a:ext cx="9647284" cy="769228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38" name="Content Placeholder 3"/>
          <p:cNvSpPr>
            <a:spLocks noGrp="1"/>
          </p:cNvSpPr>
          <p:nvPr>
            <p:ph sz="quarter" idx="23" hasCustomPrompt="1"/>
          </p:nvPr>
        </p:nvSpPr>
        <p:spPr>
          <a:xfrm>
            <a:off x="32134764" y="11478368"/>
            <a:ext cx="9647284" cy="7692282"/>
          </a:xfrm>
          <a:prstGeom prst="rect">
            <a:avLst/>
          </a:prstGeom>
        </p:spPr>
        <p:txBody>
          <a:bodyPr/>
          <a:lstStyle>
            <a:lvl1pPr marL="0" marR="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lang="en-US" sz="4000" b="0" kern="1200" dirty="0" smtClean="0">
                <a:solidFill>
                  <a:schemeClr val="tx1"/>
                </a:solidFill>
                <a:latin typeface="+mj-lt"/>
                <a:ea typeface="+mn-ea"/>
                <a:cs typeface="+mn-cs"/>
              </a:defRPr>
            </a:lvl1pPr>
          </a:lstStyle>
          <a:p>
            <a:pPr marL="0" marR="0" lvl="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a:pPr>
            <a:r>
              <a:rPr lang="en-US" dirty="0"/>
              <a:t>Click here to add text or choose graphic icon below</a:t>
            </a:r>
          </a:p>
          <a:p>
            <a:pPr lvl="0"/>
            <a:endParaRPr lang="en-GB" dirty="0"/>
          </a:p>
        </p:txBody>
      </p:sp>
      <p:sp>
        <p:nvSpPr>
          <p:cNvPr id="39" name="Rectangle 38">
            <a:extLst>
              <a:ext uri="{C183D7F6-B498-43B3-948B-1728B52AA6E4}">
                <adec:decorative xmlns:adec="http://schemas.microsoft.com/office/drawing/2017/decorative" val="1"/>
              </a:ext>
            </a:extLst>
          </p:cNvPr>
          <p:cNvSpPr/>
          <p:nvPr/>
        </p:nvSpPr>
        <p:spPr>
          <a:xfrm>
            <a:off x="32134764" y="19879943"/>
            <a:ext cx="9647284" cy="771556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40" name="Content Placeholder 3"/>
          <p:cNvSpPr>
            <a:spLocks noGrp="1"/>
          </p:cNvSpPr>
          <p:nvPr>
            <p:ph sz="quarter" idx="24" hasCustomPrompt="1"/>
          </p:nvPr>
        </p:nvSpPr>
        <p:spPr>
          <a:xfrm>
            <a:off x="32134764" y="19879943"/>
            <a:ext cx="9647284" cy="7715569"/>
          </a:xfrm>
          <a:prstGeom prst="rect">
            <a:avLst/>
          </a:prstGeom>
        </p:spPr>
        <p:txBody>
          <a:bodyPr/>
          <a:lstStyle>
            <a:lvl1pPr marL="0" marR="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lang="en-US" sz="4000" b="0" kern="1200" dirty="0" smtClean="0">
                <a:solidFill>
                  <a:schemeClr val="tx1"/>
                </a:solidFill>
                <a:latin typeface="+mj-lt"/>
                <a:ea typeface="+mn-ea"/>
                <a:cs typeface="+mn-cs"/>
              </a:defRPr>
            </a:lvl1pPr>
          </a:lstStyle>
          <a:p>
            <a:pPr marL="0" marR="0" lvl="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a:pPr>
            <a:r>
              <a:rPr lang="en-US" dirty="0"/>
              <a:t>Click here to add text or choose graphic icon below</a:t>
            </a:r>
          </a:p>
          <a:p>
            <a:pPr lvl="0"/>
            <a:endParaRPr lang="en-GB" dirty="0"/>
          </a:p>
        </p:txBody>
      </p:sp>
      <p:sp>
        <p:nvSpPr>
          <p:cNvPr id="15" name="Text Placeholder 19"/>
          <p:cNvSpPr>
            <a:spLocks noGrp="1"/>
          </p:cNvSpPr>
          <p:nvPr>
            <p:ph type="body" sz="quarter" idx="13" hasCustomPrompt="1"/>
          </p:nvPr>
        </p:nvSpPr>
        <p:spPr>
          <a:xfrm>
            <a:off x="1058784" y="28641677"/>
            <a:ext cx="12419679" cy="1238250"/>
          </a:xfrm>
          <a:prstGeom prst="rect">
            <a:avLst/>
          </a:prstGeom>
        </p:spPr>
        <p:txBody>
          <a:bodyPr>
            <a:normAutofit/>
          </a:bodyPr>
          <a:lstStyle>
            <a:lvl1pPr marL="0" indent="0">
              <a:buNone/>
              <a:defRPr sz="2800" baseline="0">
                <a:solidFill>
                  <a:schemeClr val="tx1"/>
                </a:solidFill>
              </a:defRPr>
            </a:lvl1pPr>
          </a:lstStyle>
          <a:p>
            <a:pPr lvl="0"/>
            <a:r>
              <a:rPr lang="en-US" dirty="0"/>
              <a:t>Add contact details here</a:t>
            </a:r>
            <a:endParaRPr lang="en-GB" dirty="0"/>
          </a:p>
        </p:txBody>
      </p:sp>
      <p:sp>
        <p:nvSpPr>
          <p:cNvPr id="17" name="Text Placeholder 17"/>
          <p:cNvSpPr>
            <a:spLocks noGrp="1"/>
          </p:cNvSpPr>
          <p:nvPr>
            <p:ph type="body" sz="quarter" idx="12" hasCustomPrompt="1"/>
          </p:nvPr>
        </p:nvSpPr>
        <p:spPr>
          <a:xfrm>
            <a:off x="29642776" y="28641677"/>
            <a:ext cx="12133950" cy="1238250"/>
          </a:xfrm>
          <a:prstGeom prst="rect">
            <a:avLst/>
          </a:prstGeom>
        </p:spPr>
        <p:txBody>
          <a:bodyPr>
            <a:normAutofit/>
          </a:bodyPr>
          <a:lstStyle>
            <a:lvl1pPr marL="0" indent="0" algn="r">
              <a:buNone/>
              <a:defRPr sz="2800" baseline="0">
                <a:solidFill>
                  <a:schemeClr val="tx1"/>
                </a:solidFill>
              </a:defRPr>
            </a:lvl1pPr>
          </a:lstStyle>
          <a:p>
            <a:pPr lvl="0"/>
            <a:r>
              <a:rPr lang="en-US" dirty="0"/>
              <a:t>Add collaborator logos here</a:t>
            </a:r>
          </a:p>
        </p:txBody>
      </p:sp>
    </p:spTree>
    <p:extLst>
      <p:ext uri="{BB962C8B-B14F-4D97-AF65-F5344CB8AC3E}">
        <p14:creationId xmlns:p14="http://schemas.microsoft.com/office/powerpoint/2010/main" val="3019517684"/>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39" pos="6722">
          <p15:clr>
            <a:srgbClr val="FBAE40"/>
          </p15:clr>
        </p15:guide>
        <p15:guide id="41" pos="7176">
          <p15:clr>
            <a:srgbClr val="FBAE40"/>
          </p15:clr>
        </p15:guide>
        <p15:guide id="45" pos="19785">
          <p15:clr>
            <a:srgbClr val="FBAE40"/>
          </p15:clr>
        </p15:guide>
        <p15:guide id="46" pos="20239">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A0 Landscape Poster -  3 columns, 13 boxes">
    <p:spTree>
      <p:nvGrpSpPr>
        <p:cNvPr id="1" name=""/>
        <p:cNvGrpSpPr/>
        <p:nvPr/>
      </p:nvGrpSpPr>
      <p:grpSpPr>
        <a:xfrm>
          <a:off x="0" y="0"/>
          <a:ext cx="0" cy="0"/>
          <a:chOff x="0" y="0"/>
          <a:chExt cx="0" cy="0"/>
        </a:xfrm>
      </p:grpSpPr>
      <p:sp>
        <p:nvSpPr>
          <p:cNvPr id="10" name="Title 1"/>
          <p:cNvSpPr>
            <a:spLocks noGrp="1"/>
          </p:cNvSpPr>
          <p:nvPr>
            <p:ph type="title" hasCustomPrompt="1"/>
          </p:nvPr>
        </p:nvSpPr>
        <p:spPr>
          <a:xfrm>
            <a:off x="1058785" y="919091"/>
            <a:ext cx="40717941" cy="1089401"/>
          </a:xfrm>
          <a:prstGeom prst="rect">
            <a:avLst/>
          </a:prstGeom>
        </p:spPr>
        <p:txBody>
          <a:bodyPr wrap="square" lIns="0">
            <a:spAutoFit/>
          </a:bodyPr>
          <a:lstStyle>
            <a:lvl1pPr>
              <a:defRPr sz="7199" b="1">
                <a:solidFill>
                  <a:schemeClr val="tx1"/>
                </a:solidFill>
              </a:defRPr>
            </a:lvl1pPr>
          </a:lstStyle>
          <a:p>
            <a:r>
              <a:rPr lang="en-US" dirty="0"/>
              <a:t>Click to add title – Arial bold 72pt</a:t>
            </a:r>
            <a:endParaRPr lang="en-GB" dirty="0"/>
          </a:p>
        </p:txBody>
      </p:sp>
      <p:sp>
        <p:nvSpPr>
          <p:cNvPr id="11" name="Text Placeholder 5"/>
          <p:cNvSpPr>
            <a:spLocks noGrp="1"/>
          </p:cNvSpPr>
          <p:nvPr>
            <p:ph type="body" sz="quarter" idx="10" hasCustomPrompt="1"/>
          </p:nvPr>
        </p:nvSpPr>
        <p:spPr>
          <a:xfrm>
            <a:off x="1058786" y="2716524"/>
            <a:ext cx="35504166" cy="757130"/>
          </a:xfrm>
          <a:prstGeom prst="rect">
            <a:avLst/>
          </a:prstGeom>
        </p:spPr>
        <p:txBody>
          <a:bodyPr wrap="square" lIns="0">
            <a:spAutoFit/>
          </a:bodyPr>
          <a:lstStyle>
            <a:lvl1pPr marL="0" indent="0">
              <a:buNone/>
              <a:defRPr sz="4800" b="1" baseline="0">
                <a:solidFill>
                  <a:schemeClr val="tx1"/>
                </a:solidFill>
                <a:latin typeface="+mj-lt"/>
              </a:defRPr>
            </a:lvl1pPr>
          </a:lstStyle>
          <a:p>
            <a:pPr lvl="0"/>
            <a:r>
              <a:rPr lang="en-US" dirty="0"/>
              <a:t>Click to add authors – Arial bold 48pt</a:t>
            </a:r>
          </a:p>
        </p:txBody>
      </p:sp>
      <p:sp>
        <p:nvSpPr>
          <p:cNvPr id="13" name="Text Placeholder 7"/>
          <p:cNvSpPr>
            <a:spLocks noGrp="1"/>
          </p:cNvSpPr>
          <p:nvPr>
            <p:ph type="body" sz="quarter" idx="11" hasCustomPrompt="1"/>
          </p:nvPr>
        </p:nvSpPr>
        <p:spPr>
          <a:xfrm>
            <a:off x="1058785" y="4074786"/>
            <a:ext cx="35504166" cy="480131"/>
          </a:xfrm>
          <a:prstGeom prst="rect">
            <a:avLst/>
          </a:prstGeom>
        </p:spPr>
        <p:txBody>
          <a:bodyPr wrap="square" lIns="0">
            <a:spAutoFit/>
          </a:bodyPr>
          <a:lstStyle>
            <a:lvl1pPr marL="0" marR="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sz="2800" b="1">
                <a:solidFill>
                  <a:schemeClr val="tx1"/>
                </a:solidFill>
                <a:latin typeface="+mj-lt"/>
              </a:defRPr>
            </a:lvl1pPr>
          </a:lstStyle>
          <a:p>
            <a:pPr marL="0" marR="0" lvl="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a:pPr>
            <a:r>
              <a:rPr lang="en-US" dirty="0"/>
              <a:t>Click to add </a:t>
            </a:r>
            <a:r>
              <a:rPr lang="en-US" dirty="0" err="1"/>
              <a:t>affilliations</a:t>
            </a:r>
            <a:r>
              <a:rPr lang="en-US" dirty="0"/>
              <a:t> – Arial bold 28pt</a:t>
            </a:r>
            <a:endParaRPr lang="en-GB" dirty="0"/>
          </a:p>
        </p:txBody>
      </p:sp>
      <p:sp>
        <p:nvSpPr>
          <p:cNvPr id="14" name="Text Placeholder 3"/>
          <p:cNvSpPr>
            <a:spLocks noGrp="1"/>
          </p:cNvSpPr>
          <p:nvPr>
            <p:ph type="body" sz="quarter" idx="14" hasCustomPrompt="1"/>
          </p:nvPr>
        </p:nvSpPr>
        <p:spPr>
          <a:xfrm>
            <a:off x="36605035" y="2745635"/>
            <a:ext cx="6191541" cy="2444871"/>
          </a:xfrm>
          <a:prstGeom prst="rect">
            <a:avLst/>
          </a:prstGeom>
          <a:noFill/>
          <a:ln w="41275">
            <a:noFill/>
            <a:prstDash val="sysDash"/>
          </a:ln>
        </p:spPr>
        <p:txBody>
          <a:bodyPr>
            <a:noAutofit/>
          </a:bodyPr>
          <a:lstStyle>
            <a:lvl1pPr marL="0" indent="0">
              <a:buNone/>
              <a:defRPr sz="3816" baseline="0">
                <a:solidFill>
                  <a:schemeClr val="tx1"/>
                </a:solidFill>
              </a:defRPr>
            </a:lvl1pPr>
            <a:lvl2pPr>
              <a:defRPr sz="4294"/>
            </a:lvl2pPr>
            <a:lvl3pPr>
              <a:defRPr sz="3816"/>
            </a:lvl3pPr>
            <a:lvl4pPr>
              <a:defRPr sz="3180"/>
            </a:lvl4pPr>
            <a:lvl5pPr>
              <a:defRPr sz="3180"/>
            </a:lvl5pPr>
          </a:lstStyle>
          <a:p>
            <a:pPr lvl="0"/>
            <a:r>
              <a:rPr lang="en-GB" dirty="0"/>
              <a:t>Keep this area clear</a:t>
            </a:r>
          </a:p>
        </p:txBody>
      </p:sp>
      <p:sp>
        <p:nvSpPr>
          <p:cNvPr id="20" name="Rectangle 19">
            <a:extLst>
              <a:ext uri="{C183D7F6-B498-43B3-948B-1728B52AA6E4}">
                <adec:decorative xmlns:adec="http://schemas.microsoft.com/office/drawing/2017/decorative" val="1"/>
              </a:ext>
            </a:extLst>
          </p:cNvPr>
          <p:cNvSpPr/>
          <p:nvPr/>
        </p:nvSpPr>
        <p:spPr>
          <a:xfrm>
            <a:off x="1022400" y="5857200"/>
            <a:ext cx="13104763" cy="1047425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21" name="Content Placeholder 2"/>
          <p:cNvSpPr>
            <a:spLocks noGrp="1"/>
          </p:cNvSpPr>
          <p:nvPr>
            <p:ph sz="quarter" idx="18" hasCustomPrompt="1"/>
          </p:nvPr>
        </p:nvSpPr>
        <p:spPr>
          <a:xfrm>
            <a:off x="1022400" y="5857200"/>
            <a:ext cx="13104763" cy="10474251"/>
          </a:xfrm>
          <a:prstGeom prst="rect">
            <a:avLst/>
          </a:prstGeom>
        </p:spPr>
        <p:txBody>
          <a:bodyPr/>
          <a:lstStyle>
            <a:lvl1pPr marL="0" marR="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lang="en-US" sz="4000" b="0" kern="1200" dirty="0" smtClean="0">
                <a:solidFill>
                  <a:schemeClr val="tx1"/>
                </a:solidFill>
                <a:latin typeface="+mj-lt"/>
                <a:ea typeface="+mn-ea"/>
                <a:cs typeface="+mn-cs"/>
              </a:defRPr>
            </a:lvl1pPr>
            <a:lvl2pPr marL="2406990" indent="-802331" algn="l" defTabSz="3209320" rtl="0" eaLnBrk="1" latinLnBrk="0" hangingPunct="1">
              <a:lnSpc>
                <a:spcPct val="90000"/>
              </a:lnSpc>
              <a:buFont typeface="Arial" panose="020B0604020202020204" pitchFamily="34" charset="0"/>
              <a:buChar char="•"/>
              <a:defRPr lang="en-US" sz="4000" b="1" kern="1200" dirty="0" smtClean="0">
                <a:solidFill>
                  <a:schemeClr val="tx1"/>
                </a:solidFill>
                <a:latin typeface="+mj-lt"/>
                <a:ea typeface="+mn-ea"/>
                <a:cs typeface="+mn-cs"/>
              </a:defRPr>
            </a:lvl2pPr>
            <a:lvl3pPr marL="4011651" indent="-802331" algn="l" defTabSz="3209320" rtl="0" eaLnBrk="1" latinLnBrk="0" hangingPunct="1">
              <a:lnSpc>
                <a:spcPct val="90000"/>
              </a:lnSpc>
              <a:buFont typeface="Arial" panose="020B0604020202020204" pitchFamily="34" charset="0"/>
              <a:buChar char="•"/>
              <a:defRPr lang="en-US" sz="2400" b="0" kern="1200" dirty="0" smtClean="0">
                <a:solidFill>
                  <a:schemeClr val="tx1"/>
                </a:solidFill>
                <a:latin typeface="+mn-lt"/>
                <a:ea typeface="+mn-ea"/>
                <a:cs typeface="+mn-cs"/>
              </a:defRPr>
            </a:lvl3pPr>
            <a:lvl4pPr marL="5616311" indent="-802331" algn="l" defTabSz="3209320" rtl="0" eaLnBrk="1" latinLnBrk="0" hangingPunct="1">
              <a:lnSpc>
                <a:spcPct val="90000"/>
              </a:lnSpc>
              <a:buFont typeface="Arial" panose="020B0604020202020204" pitchFamily="34" charset="0"/>
              <a:buChar char="•"/>
              <a:defRPr lang="en-US" sz="4800" b="1" kern="1200" dirty="0" smtClean="0">
                <a:solidFill>
                  <a:schemeClr val="tx1"/>
                </a:solidFill>
                <a:latin typeface="+mj-lt"/>
                <a:ea typeface="+mn-ea"/>
                <a:cs typeface="+mn-cs"/>
              </a:defRPr>
            </a:lvl4pPr>
            <a:lvl5pPr marL="7220972" indent="-802331" algn="l" defTabSz="3209320" rtl="0" eaLnBrk="1" latinLnBrk="0" hangingPunct="1">
              <a:lnSpc>
                <a:spcPct val="90000"/>
              </a:lnSpc>
              <a:buFont typeface="Arial" panose="020B0604020202020204" pitchFamily="34" charset="0"/>
              <a:buChar char="•"/>
              <a:defRPr lang="en-GB" sz="4800" b="1" kern="1200" dirty="0" smtClean="0">
                <a:solidFill>
                  <a:schemeClr val="tx1"/>
                </a:solidFill>
                <a:latin typeface="+mj-lt"/>
                <a:ea typeface="+mn-ea"/>
                <a:cs typeface="+mn-cs"/>
              </a:defRPr>
            </a:lvl5pPr>
          </a:lstStyle>
          <a:p>
            <a:pPr marL="0" marR="0" lvl="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a:pPr>
            <a:r>
              <a:rPr lang="en-US" dirty="0"/>
              <a:t>Click here to add text or choose graphic icon below</a:t>
            </a:r>
          </a:p>
        </p:txBody>
      </p:sp>
      <p:sp>
        <p:nvSpPr>
          <p:cNvPr id="4" name="Rectangle 3">
            <a:extLst>
              <a:ext uri="{C183D7F6-B498-43B3-948B-1728B52AA6E4}">
                <adec:decorative xmlns:adec="http://schemas.microsoft.com/office/drawing/2017/decorative" val="1"/>
              </a:ext>
            </a:extLst>
          </p:cNvPr>
          <p:cNvSpPr/>
          <p:nvPr/>
        </p:nvSpPr>
        <p:spPr>
          <a:xfrm>
            <a:off x="1022400" y="17077765"/>
            <a:ext cx="6192788" cy="1049937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26" name="Content Placeholder 2"/>
          <p:cNvSpPr>
            <a:spLocks noGrp="1"/>
          </p:cNvSpPr>
          <p:nvPr>
            <p:ph sz="quarter" idx="22" hasCustomPrompt="1"/>
          </p:nvPr>
        </p:nvSpPr>
        <p:spPr>
          <a:xfrm>
            <a:off x="1022400" y="17078609"/>
            <a:ext cx="6192788" cy="10498533"/>
          </a:xfrm>
          <a:prstGeom prst="rect">
            <a:avLst/>
          </a:prstGeom>
        </p:spPr>
        <p:txBody>
          <a:bodyPr/>
          <a:lstStyle>
            <a:lvl1pPr marL="0" marR="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lang="en-US" sz="4000" b="0" kern="1200" dirty="0" smtClean="0">
                <a:solidFill>
                  <a:schemeClr val="tx1"/>
                </a:solidFill>
                <a:latin typeface="+mj-lt"/>
                <a:ea typeface="+mn-ea"/>
                <a:cs typeface="+mn-cs"/>
              </a:defRPr>
            </a:lvl1pPr>
            <a:lvl2pPr marL="2406990" indent="-802331" algn="l" defTabSz="3209320" rtl="0" eaLnBrk="1" latinLnBrk="0" hangingPunct="1">
              <a:lnSpc>
                <a:spcPct val="90000"/>
              </a:lnSpc>
              <a:buFont typeface="Arial" panose="020B0604020202020204" pitchFamily="34" charset="0"/>
              <a:buChar char="•"/>
              <a:defRPr lang="en-US" sz="4000" b="1" kern="1200" dirty="0" smtClean="0">
                <a:solidFill>
                  <a:schemeClr val="tx1"/>
                </a:solidFill>
                <a:latin typeface="+mj-lt"/>
                <a:ea typeface="+mn-ea"/>
                <a:cs typeface="+mn-cs"/>
              </a:defRPr>
            </a:lvl2pPr>
            <a:lvl3pPr marL="4011651" indent="-802331" algn="l" defTabSz="3209320" rtl="0" eaLnBrk="1" latinLnBrk="0" hangingPunct="1">
              <a:lnSpc>
                <a:spcPct val="90000"/>
              </a:lnSpc>
              <a:buFont typeface="Arial" panose="020B0604020202020204" pitchFamily="34" charset="0"/>
              <a:buChar char="•"/>
              <a:defRPr lang="en-US" sz="2400" b="0" kern="1200" dirty="0" smtClean="0">
                <a:solidFill>
                  <a:schemeClr val="tx1"/>
                </a:solidFill>
                <a:latin typeface="+mn-lt"/>
                <a:ea typeface="+mn-ea"/>
                <a:cs typeface="+mn-cs"/>
              </a:defRPr>
            </a:lvl3pPr>
            <a:lvl4pPr marL="5616311" indent="-802331" algn="l" defTabSz="3209320" rtl="0" eaLnBrk="1" latinLnBrk="0" hangingPunct="1">
              <a:lnSpc>
                <a:spcPct val="90000"/>
              </a:lnSpc>
              <a:buFont typeface="Arial" panose="020B0604020202020204" pitchFamily="34" charset="0"/>
              <a:buChar char="•"/>
              <a:defRPr lang="en-US" sz="4800" b="1" kern="1200" dirty="0" smtClean="0">
                <a:solidFill>
                  <a:schemeClr val="tx1"/>
                </a:solidFill>
                <a:latin typeface="+mj-lt"/>
                <a:ea typeface="+mn-ea"/>
                <a:cs typeface="+mn-cs"/>
              </a:defRPr>
            </a:lvl4pPr>
            <a:lvl5pPr marL="7220972" indent="-802331" algn="l" defTabSz="3209320" rtl="0" eaLnBrk="1" latinLnBrk="0" hangingPunct="1">
              <a:lnSpc>
                <a:spcPct val="90000"/>
              </a:lnSpc>
              <a:buFont typeface="Arial" panose="020B0604020202020204" pitchFamily="34" charset="0"/>
              <a:buChar char="•"/>
              <a:defRPr lang="en-GB" sz="4800" b="1" kern="1200" dirty="0" smtClean="0">
                <a:solidFill>
                  <a:schemeClr val="tx1"/>
                </a:solidFill>
                <a:latin typeface="+mj-lt"/>
                <a:ea typeface="+mn-ea"/>
                <a:cs typeface="+mn-cs"/>
              </a:defRPr>
            </a:lvl5pPr>
          </a:lstStyle>
          <a:p>
            <a:pPr marL="0" marR="0" lvl="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a:pPr>
            <a:r>
              <a:rPr lang="en-US" dirty="0"/>
              <a:t>Click here to add text or choose graphic icon below</a:t>
            </a:r>
          </a:p>
        </p:txBody>
      </p:sp>
      <p:sp>
        <p:nvSpPr>
          <p:cNvPr id="27" name="Rectangle 26">
            <a:extLst>
              <a:ext uri="{C183D7F6-B498-43B3-948B-1728B52AA6E4}">
                <adec:decorative xmlns:adec="http://schemas.microsoft.com/office/drawing/2017/decorative" val="1"/>
              </a:ext>
            </a:extLst>
          </p:cNvPr>
          <p:cNvSpPr/>
          <p:nvPr/>
        </p:nvSpPr>
        <p:spPr>
          <a:xfrm>
            <a:off x="7945349" y="17076920"/>
            <a:ext cx="6181814" cy="1050022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30" name="Content Placeholder 2"/>
          <p:cNvSpPr>
            <a:spLocks noGrp="1"/>
          </p:cNvSpPr>
          <p:nvPr>
            <p:ph sz="quarter" idx="23" hasCustomPrompt="1"/>
          </p:nvPr>
        </p:nvSpPr>
        <p:spPr>
          <a:xfrm>
            <a:off x="7945349" y="17077765"/>
            <a:ext cx="6181814" cy="10499378"/>
          </a:xfrm>
          <a:prstGeom prst="rect">
            <a:avLst/>
          </a:prstGeom>
        </p:spPr>
        <p:txBody>
          <a:bodyPr/>
          <a:lstStyle>
            <a:lvl1pPr marL="0" marR="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lang="en-US" sz="4000" b="0" kern="1200" dirty="0" smtClean="0">
                <a:solidFill>
                  <a:schemeClr val="tx1"/>
                </a:solidFill>
                <a:latin typeface="+mj-lt"/>
                <a:ea typeface="+mn-ea"/>
                <a:cs typeface="+mn-cs"/>
              </a:defRPr>
            </a:lvl1pPr>
            <a:lvl2pPr marL="2406990" indent="-802331" algn="l" defTabSz="3209320" rtl="0" eaLnBrk="1" latinLnBrk="0" hangingPunct="1">
              <a:lnSpc>
                <a:spcPct val="90000"/>
              </a:lnSpc>
              <a:buFont typeface="Arial" panose="020B0604020202020204" pitchFamily="34" charset="0"/>
              <a:buChar char="•"/>
              <a:defRPr lang="en-US" sz="4000" b="1" kern="1200" dirty="0" smtClean="0">
                <a:solidFill>
                  <a:schemeClr val="tx1"/>
                </a:solidFill>
                <a:latin typeface="+mj-lt"/>
                <a:ea typeface="+mn-ea"/>
                <a:cs typeface="+mn-cs"/>
              </a:defRPr>
            </a:lvl2pPr>
            <a:lvl3pPr marL="4011651" indent="-802331" algn="l" defTabSz="3209320" rtl="0" eaLnBrk="1" latinLnBrk="0" hangingPunct="1">
              <a:lnSpc>
                <a:spcPct val="90000"/>
              </a:lnSpc>
              <a:buFont typeface="Arial" panose="020B0604020202020204" pitchFamily="34" charset="0"/>
              <a:buChar char="•"/>
              <a:defRPr lang="en-US" sz="2400" b="0" kern="1200" dirty="0" smtClean="0">
                <a:solidFill>
                  <a:schemeClr val="tx1"/>
                </a:solidFill>
                <a:latin typeface="+mn-lt"/>
                <a:ea typeface="+mn-ea"/>
                <a:cs typeface="+mn-cs"/>
              </a:defRPr>
            </a:lvl3pPr>
            <a:lvl4pPr marL="5616311" indent="-802331" algn="l" defTabSz="3209320" rtl="0" eaLnBrk="1" latinLnBrk="0" hangingPunct="1">
              <a:lnSpc>
                <a:spcPct val="90000"/>
              </a:lnSpc>
              <a:buFont typeface="Arial" panose="020B0604020202020204" pitchFamily="34" charset="0"/>
              <a:buChar char="•"/>
              <a:defRPr lang="en-US" sz="4800" b="1" kern="1200" dirty="0" smtClean="0">
                <a:solidFill>
                  <a:schemeClr val="tx1"/>
                </a:solidFill>
                <a:latin typeface="+mj-lt"/>
                <a:ea typeface="+mn-ea"/>
                <a:cs typeface="+mn-cs"/>
              </a:defRPr>
            </a:lvl4pPr>
            <a:lvl5pPr marL="7220972" indent="-802331" algn="l" defTabSz="3209320" rtl="0" eaLnBrk="1" latinLnBrk="0" hangingPunct="1">
              <a:lnSpc>
                <a:spcPct val="90000"/>
              </a:lnSpc>
              <a:buFont typeface="Arial" panose="020B0604020202020204" pitchFamily="34" charset="0"/>
              <a:buChar char="•"/>
              <a:defRPr lang="en-GB" sz="4800" b="1" kern="1200" dirty="0" smtClean="0">
                <a:solidFill>
                  <a:schemeClr val="tx1"/>
                </a:solidFill>
                <a:latin typeface="+mj-lt"/>
                <a:ea typeface="+mn-ea"/>
                <a:cs typeface="+mn-cs"/>
              </a:defRPr>
            </a:lvl5pPr>
          </a:lstStyle>
          <a:p>
            <a:pPr marL="0" marR="0" lvl="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a:pPr>
            <a:r>
              <a:rPr lang="en-US" dirty="0"/>
              <a:t>Click here to add text or choose graphic icon below</a:t>
            </a:r>
          </a:p>
        </p:txBody>
      </p:sp>
      <p:sp>
        <p:nvSpPr>
          <p:cNvPr id="18" name="Rectangle 17">
            <a:extLst>
              <a:ext uri="{C183D7F6-B498-43B3-948B-1728B52AA6E4}">
                <adec:decorative xmlns:adec="http://schemas.microsoft.com/office/drawing/2017/decorative" val="1"/>
              </a:ext>
            </a:extLst>
          </p:cNvPr>
          <p:cNvSpPr/>
          <p:nvPr/>
        </p:nvSpPr>
        <p:spPr>
          <a:xfrm>
            <a:off x="14861102" y="5857200"/>
            <a:ext cx="13090778" cy="769421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12" name="Content Placeholder 2"/>
          <p:cNvSpPr>
            <a:spLocks noGrp="1"/>
          </p:cNvSpPr>
          <p:nvPr>
            <p:ph sz="quarter" idx="16" hasCustomPrompt="1"/>
          </p:nvPr>
        </p:nvSpPr>
        <p:spPr>
          <a:xfrm>
            <a:off x="14861102" y="5857200"/>
            <a:ext cx="13090778" cy="7700035"/>
          </a:xfrm>
          <a:prstGeom prst="rect">
            <a:avLst/>
          </a:prstGeom>
        </p:spPr>
        <p:txBody>
          <a:bodyPr/>
          <a:lstStyle>
            <a:lvl1pPr marL="0" marR="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lang="en-US" sz="4000" b="0" kern="1200" dirty="0" smtClean="0">
                <a:solidFill>
                  <a:schemeClr val="tx1"/>
                </a:solidFill>
                <a:latin typeface="+mj-lt"/>
                <a:ea typeface="+mn-ea"/>
                <a:cs typeface="+mn-cs"/>
              </a:defRPr>
            </a:lvl1pPr>
            <a:lvl2pPr marL="1604660" indent="0" algn="l" defTabSz="3209320" rtl="0" eaLnBrk="1" latinLnBrk="0" hangingPunct="1">
              <a:lnSpc>
                <a:spcPct val="90000"/>
              </a:lnSpc>
              <a:buFont typeface="Arial" panose="020B0604020202020204" pitchFamily="34" charset="0"/>
              <a:buNone/>
              <a:defRPr lang="en-US" sz="4000" b="1" kern="1200" dirty="0" smtClean="0">
                <a:solidFill>
                  <a:schemeClr val="tx1"/>
                </a:solidFill>
                <a:latin typeface="+mj-lt"/>
                <a:ea typeface="+mn-ea"/>
                <a:cs typeface="+mn-cs"/>
              </a:defRPr>
            </a:lvl2pPr>
            <a:lvl3pPr marL="3209320" indent="0" algn="l" defTabSz="3209320" rtl="0" eaLnBrk="1" latinLnBrk="0" hangingPunct="1">
              <a:lnSpc>
                <a:spcPct val="90000"/>
              </a:lnSpc>
              <a:buFont typeface="Arial" panose="020B0604020202020204" pitchFamily="34" charset="0"/>
              <a:buNone/>
              <a:defRPr lang="en-US" sz="2400" b="0" kern="1200" dirty="0" smtClean="0">
                <a:solidFill>
                  <a:schemeClr val="tx1"/>
                </a:solidFill>
                <a:latin typeface="+mj-lt"/>
                <a:ea typeface="+mn-ea"/>
                <a:cs typeface="+mn-cs"/>
              </a:defRPr>
            </a:lvl3pPr>
          </a:lstStyle>
          <a:p>
            <a:pPr marL="0" marR="0" lvl="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a:pPr>
            <a:r>
              <a:rPr lang="en-US" dirty="0"/>
              <a:t>Click here to add text or choose graphic icon below</a:t>
            </a:r>
          </a:p>
        </p:txBody>
      </p:sp>
      <p:sp>
        <p:nvSpPr>
          <p:cNvPr id="43" name="Rectangle 42">
            <a:extLst>
              <a:ext uri="{C183D7F6-B498-43B3-948B-1728B52AA6E4}">
                <adec:decorative xmlns:adec="http://schemas.microsoft.com/office/drawing/2017/decorative" val="1"/>
              </a:ext>
            </a:extLst>
          </p:cNvPr>
          <p:cNvSpPr/>
          <p:nvPr/>
        </p:nvSpPr>
        <p:spPr>
          <a:xfrm>
            <a:off x="14861102" y="14273214"/>
            <a:ext cx="13104000" cy="1330449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44" name="Content Placeholder 2"/>
          <p:cNvSpPr>
            <a:spLocks noGrp="1"/>
          </p:cNvSpPr>
          <p:nvPr>
            <p:ph sz="quarter" idx="30" hasCustomPrompt="1"/>
          </p:nvPr>
        </p:nvSpPr>
        <p:spPr>
          <a:xfrm>
            <a:off x="14861102" y="14273213"/>
            <a:ext cx="13104000" cy="13304492"/>
          </a:xfrm>
          <a:prstGeom prst="rect">
            <a:avLst/>
          </a:prstGeom>
        </p:spPr>
        <p:txBody>
          <a:bodyPr/>
          <a:lstStyle>
            <a:lvl1pPr marL="0" marR="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lang="en-US" sz="4000" b="0" kern="1200" dirty="0" smtClean="0">
                <a:solidFill>
                  <a:schemeClr val="tx1"/>
                </a:solidFill>
                <a:latin typeface="+mj-lt"/>
                <a:ea typeface="+mn-ea"/>
                <a:cs typeface="+mn-cs"/>
              </a:defRPr>
            </a:lvl1pPr>
            <a:lvl2pPr marL="1604660" indent="0" algn="l" defTabSz="3209320" rtl="0" eaLnBrk="1" latinLnBrk="0" hangingPunct="1">
              <a:lnSpc>
                <a:spcPct val="90000"/>
              </a:lnSpc>
              <a:buFont typeface="Arial" panose="020B0604020202020204" pitchFamily="34" charset="0"/>
              <a:buNone/>
              <a:defRPr lang="en-US" sz="4000" b="1" kern="1200" dirty="0" smtClean="0">
                <a:solidFill>
                  <a:schemeClr val="tx1"/>
                </a:solidFill>
                <a:latin typeface="+mj-lt"/>
                <a:ea typeface="+mn-ea"/>
                <a:cs typeface="+mn-cs"/>
              </a:defRPr>
            </a:lvl2pPr>
            <a:lvl3pPr marL="3209320" indent="0" algn="l" defTabSz="3209320" rtl="0" eaLnBrk="1" latinLnBrk="0" hangingPunct="1">
              <a:lnSpc>
                <a:spcPct val="90000"/>
              </a:lnSpc>
              <a:buFont typeface="Arial" panose="020B0604020202020204" pitchFamily="34" charset="0"/>
              <a:buNone/>
              <a:defRPr lang="en-US" sz="2400" b="0" kern="1200" dirty="0" smtClean="0">
                <a:solidFill>
                  <a:schemeClr val="tx1"/>
                </a:solidFill>
                <a:latin typeface="+mj-lt"/>
                <a:ea typeface="+mn-ea"/>
                <a:cs typeface="+mn-cs"/>
              </a:defRPr>
            </a:lvl3pPr>
          </a:lstStyle>
          <a:p>
            <a:pPr marL="0" marR="0" lvl="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a:pPr>
            <a:r>
              <a:rPr lang="en-US" dirty="0"/>
              <a:t>Click here to add text or choose graphic icon below</a:t>
            </a:r>
          </a:p>
        </p:txBody>
      </p:sp>
      <p:sp>
        <p:nvSpPr>
          <p:cNvPr id="31" name="Rectangle 30">
            <a:extLst>
              <a:ext uri="{C183D7F6-B498-43B3-948B-1728B52AA6E4}">
                <adec:decorative xmlns:adec="http://schemas.microsoft.com/office/drawing/2017/decorative" val="1"/>
              </a:ext>
            </a:extLst>
          </p:cNvPr>
          <p:cNvSpPr/>
          <p:nvPr/>
        </p:nvSpPr>
        <p:spPr>
          <a:xfrm>
            <a:off x="28689442" y="5857200"/>
            <a:ext cx="6176821" cy="770003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32" name="Content Placeholder 2"/>
          <p:cNvSpPr>
            <a:spLocks noGrp="1"/>
          </p:cNvSpPr>
          <p:nvPr>
            <p:ph sz="quarter" idx="24" hasCustomPrompt="1"/>
          </p:nvPr>
        </p:nvSpPr>
        <p:spPr>
          <a:xfrm>
            <a:off x="28689442" y="5857200"/>
            <a:ext cx="6176821" cy="7699415"/>
          </a:xfrm>
          <a:prstGeom prst="rect">
            <a:avLst/>
          </a:prstGeom>
        </p:spPr>
        <p:txBody>
          <a:bodyPr/>
          <a:lstStyle>
            <a:lvl1pPr marL="0" marR="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lang="en-US" sz="4000" b="0" kern="1200" dirty="0" smtClean="0">
                <a:solidFill>
                  <a:schemeClr val="tx1"/>
                </a:solidFill>
                <a:latin typeface="+mj-lt"/>
                <a:ea typeface="+mn-ea"/>
                <a:cs typeface="+mn-cs"/>
              </a:defRPr>
            </a:lvl1pPr>
            <a:lvl2pPr marL="2406990" indent="-802331" algn="l" defTabSz="3209320" rtl="0" eaLnBrk="1" latinLnBrk="0" hangingPunct="1">
              <a:lnSpc>
                <a:spcPct val="90000"/>
              </a:lnSpc>
              <a:buFont typeface="Arial" panose="020B0604020202020204" pitchFamily="34" charset="0"/>
              <a:buChar char="•"/>
              <a:defRPr lang="en-US" sz="4000" b="1" kern="1200" dirty="0" smtClean="0">
                <a:solidFill>
                  <a:schemeClr val="tx1"/>
                </a:solidFill>
                <a:latin typeface="+mj-lt"/>
                <a:ea typeface="+mn-ea"/>
                <a:cs typeface="+mn-cs"/>
              </a:defRPr>
            </a:lvl2pPr>
            <a:lvl3pPr marL="4011651" indent="-802331" algn="l" defTabSz="3209320" rtl="0" eaLnBrk="1" latinLnBrk="0" hangingPunct="1">
              <a:lnSpc>
                <a:spcPct val="90000"/>
              </a:lnSpc>
              <a:buFont typeface="Arial" panose="020B0604020202020204" pitchFamily="34" charset="0"/>
              <a:buChar char="•"/>
              <a:defRPr lang="en-US" sz="2400" b="0" kern="1200" dirty="0" smtClean="0">
                <a:solidFill>
                  <a:schemeClr val="tx1"/>
                </a:solidFill>
                <a:latin typeface="+mn-lt"/>
                <a:ea typeface="+mn-ea"/>
                <a:cs typeface="+mn-cs"/>
              </a:defRPr>
            </a:lvl3pPr>
            <a:lvl4pPr marL="5616311" indent="-802331" algn="l" defTabSz="3209320" rtl="0" eaLnBrk="1" latinLnBrk="0" hangingPunct="1">
              <a:lnSpc>
                <a:spcPct val="90000"/>
              </a:lnSpc>
              <a:buFont typeface="Arial" panose="020B0604020202020204" pitchFamily="34" charset="0"/>
              <a:buChar char="•"/>
              <a:defRPr lang="en-US" sz="4800" b="1" kern="1200" dirty="0" smtClean="0">
                <a:solidFill>
                  <a:schemeClr val="tx1"/>
                </a:solidFill>
                <a:latin typeface="+mj-lt"/>
                <a:ea typeface="+mn-ea"/>
                <a:cs typeface="+mn-cs"/>
              </a:defRPr>
            </a:lvl4pPr>
            <a:lvl5pPr marL="7220972" indent="-802331" algn="l" defTabSz="3209320" rtl="0" eaLnBrk="1" latinLnBrk="0" hangingPunct="1">
              <a:lnSpc>
                <a:spcPct val="90000"/>
              </a:lnSpc>
              <a:buFont typeface="Arial" panose="020B0604020202020204" pitchFamily="34" charset="0"/>
              <a:buChar char="•"/>
              <a:defRPr lang="en-GB" sz="4800" b="1" kern="1200" dirty="0" smtClean="0">
                <a:solidFill>
                  <a:schemeClr val="tx1"/>
                </a:solidFill>
                <a:latin typeface="+mj-lt"/>
                <a:ea typeface="+mn-ea"/>
                <a:cs typeface="+mn-cs"/>
              </a:defRPr>
            </a:lvl5pPr>
          </a:lstStyle>
          <a:p>
            <a:pPr marL="0" marR="0" lvl="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a:pPr>
            <a:r>
              <a:rPr lang="en-US" dirty="0"/>
              <a:t>Click here to add text or choose graphic icon below</a:t>
            </a:r>
          </a:p>
        </p:txBody>
      </p:sp>
      <p:sp>
        <p:nvSpPr>
          <p:cNvPr id="33" name="Rectangle 32">
            <a:extLst>
              <a:ext uri="{C183D7F6-B498-43B3-948B-1728B52AA6E4}">
                <adec:decorative xmlns:adec="http://schemas.microsoft.com/office/drawing/2017/decorative" val="1"/>
              </a:ext>
            </a:extLst>
          </p:cNvPr>
          <p:cNvSpPr/>
          <p:nvPr/>
        </p:nvSpPr>
        <p:spPr>
          <a:xfrm>
            <a:off x="35603825" y="5857200"/>
            <a:ext cx="6177600" cy="770003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34" name="Content Placeholder 2"/>
          <p:cNvSpPr>
            <a:spLocks noGrp="1"/>
          </p:cNvSpPr>
          <p:nvPr>
            <p:ph sz="quarter" idx="25" hasCustomPrompt="1"/>
          </p:nvPr>
        </p:nvSpPr>
        <p:spPr>
          <a:xfrm>
            <a:off x="35603825" y="5857200"/>
            <a:ext cx="6177600" cy="7699415"/>
          </a:xfrm>
          <a:prstGeom prst="rect">
            <a:avLst/>
          </a:prstGeom>
        </p:spPr>
        <p:txBody>
          <a:bodyPr/>
          <a:lstStyle>
            <a:lvl1pPr marL="0" marR="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lang="en-US" sz="4000" b="0" kern="1200" dirty="0" smtClean="0">
                <a:solidFill>
                  <a:schemeClr val="tx1"/>
                </a:solidFill>
                <a:latin typeface="+mj-lt"/>
                <a:ea typeface="+mn-ea"/>
                <a:cs typeface="+mn-cs"/>
              </a:defRPr>
            </a:lvl1pPr>
            <a:lvl2pPr marL="2406990" indent="-802331" algn="l" defTabSz="3209320" rtl="0" eaLnBrk="1" latinLnBrk="0" hangingPunct="1">
              <a:lnSpc>
                <a:spcPct val="90000"/>
              </a:lnSpc>
              <a:buFont typeface="Arial" panose="020B0604020202020204" pitchFamily="34" charset="0"/>
              <a:buChar char="•"/>
              <a:defRPr lang="en-US" sz="4000" b="1" kern="1200" dirty="0" smtClean="0">
                <a:solidFill>
                  <a:schemeClr val="tx1"/>
                </a:solidFill>
                <a:latin typeface="+mj-lt"/>
                <a:ea typeface="+mn-ea"/>
                <a:cs typeface="+mn-cs"/>
              </a:defRPr>
            </a:lvl2pPr>
            <a:lvl3pPr marL="4011651" indent="-802331" algn="l" defTabSz="3209320" rtl="0" eaLnBrk="1" latinLnBrk="0" hangingPunct="1">
              <a:lnSpc>
                <a:spcPct val="90000"/>
              </a:lnSpc>
              <a:buFont typeface="Arial" panose="020B0604020202020204" pitchFamily="34" charset="0"/>
              <a:buChar char="•"/>
              <a:defRPr lang="en-US" sz="2400" b="0" kern="1200" dirty="0" smtClean="0">
                <a:solidFill>
                  <a:schemeClr val="tx1"/>
                </a:solidFill>
                <a:latin typeface="+mn-lt"/>
                <a:ea typeface="+mn-ea"/>
                <a:cs typeface="+mn-cs"/>
              </a:defRPr>
            </a:lvl3pPr>
            <a:lvl4pPr marL="5616311" indent="-802331" algn="l" defTabSz="3209320" rtl="0" eaLnBrk="1" latinLnBrk="0" hangingPunct="1">
              <a:lnSpc>
                <a:spcPct val="90000"/>
              </a:lnSpc>
              <a:buFont typeface="Arial" panose="020B0604020202020204" pitchFamily="34" charset="0"/>
              <a:buChar char="•"/>
              <a:defRPr lang="en-US" sz="4800" b="1" kern="1200" dirty="0" smtClean="0">
                <a:solidFill>
                  <a:schemeClr val="tx1"/>
                </a:solidFill>
                <a:latin typeface="+mj-lt"/>
                <a:ea typeface="+mn-ea"/>
                <a:cs typeface="+mn-cs"/>
              </a:defRPr>
            </a:lvl4pPr>
            <a:lvl5pPr marL="7220972" indent="-802331" algn="l" defTabSz="3209320" rtl="0" eaLnBrk="1" latinLnBrk="0" hangingPunct="1">
              <a:lnSpc>
                <a:spcPct val="90000"/>
              </a:lnSpc>
              <a:buFont typeface="Arial" panose="020B0604020202020204" pitchFamily="34" charset="0"/>
              <a:buChar char="•"/>
              <a:defRPr lang="en-GB" sz="4800" b="1" kern="1200" dirty="0" smtClean="0">
                <a:solidFill>
                  <a:schemeClr val="tx1"/>
                </a:solidFill>
                <a:latin typeface="+mj-lt"/>
                <a:ea typeface="+mn-ea"/>
                <a:cs typeface="+mn-cs"/>
              </a:defRPr>
            </a:lvl5pPr>
          </a:lstStyle>
          <a:p>
            <a:pPr marL="0" marR="0" lvl="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a:pPr>
            <a:r>
              <a:rPr lang="en-US" dirty="0"/>
              <a:t>Click here to add text or choose graphic icon below</a:t>
            </a:r>
          </a:p>
        </p:txBody>
      </p:sp>
      <p:sp>
        <p:nvSpPr>
          <p:cNvPr id="35" name="Rectangle 34">
            <a:extLst>
              <a:ext uri="{C183D7F6-B498-43B3-948B-1728B52AA6E4}">
                <adec:decorative xmlns:adec="http://schemas.microsoft.com/office/drawing/2017/decorative" val="1"/>
              </a:ext>
            </a:extLst>
          </p:cNvPr>
          <p:cNvSpPr/>
          <p:nvPr/>
        </p:nvSpPr>
        <p:spPr>
          <a:xfrm>
            <a:off x="28689442" y="14273190"/>
            <a:ext cx="6176821" cy="489566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36" name="Content Placeholder 2"/>
          <p:cNvSpPr>
            <a:spLocks noGrp="1"/>
          </p:cNvSpPr>
          <p:nvPr>
            <p:ph sz="quarter" idx="26" hasCustomPrompt="1"/>
          </p:nvPr>
        </p:nvSpPr>
        <p:spPr>
          <a:xfrm>
            <a:off x="28689442" y="14273190"/>
            <a:ext cx="6176821" cy="4895669"/>
          </a:xfrm>
          <a:prstGeom prst="rect">
            <a:avLst/>
          </a:prstGeom>
        </p:spPr>
        <p:txBody>
          <a:bodyPr/>
          <a:lstStyle>
            <a:lvl1pPr marL="0" marR="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lang="en-US" sz="4000" b="0" kern="1200" dirty="0" smtClean="0">
                <a:solidFill>
                  <a:schemeClr val="tx1"/>
                </a:solidFill>
                <a:latin typeface="+mj-lt"/>
                <a:ea typeface="+mn-ea"/>
                <a:cs typeface="+mn-cs"/>
              </a:defRPr>
            </a:lvl1pPr>
            <a:lvl2pPr marL="2406990" indent="-802331" algn="l" defTabSz="3209320" rtl="0" eaLnBrk="1" latinLnBrk="0" hangingPunct="1">
              <a:lnSpc>
                <a:spcPct val="90000"/>
              </a:lnSpc>
              <a:buFont typeface="Arial" panose="020B0604020202020204" pitchFamily="34" charset="0"/>
              <a:buChar char="•"/>
              <a:defRPr lang="en-US" sz="4000" b="1" kern="1200" dirty="0" smtClean="0">
                <a:solidFill>
                  <a:schemeClr val="tx1"/>
                </a:solidFill>
                <a:latin typeface="+mj-lt"/>
                <a:ea typeface="+mn-ea"/>
                <a:cs typeface="+mn-cs"/>
              </a:defRPr>
            </a:lvl2pPr>
            <a:lvl3pPr marL="4011651" indent="-802331" algn="l" defTabSz="3209320" rtl="0" eaLnBrk="1" latinLnBrk="0" hangingPunct="1">
              <a:lnSpc>
                <a:spcPct val="90000"/>
              </a:lnSpc>
              <a:buFont typeface="Arial" panose="020B0604020202020204" pitchFamily="34" charset="0"/>
              <a:buChar char="•"/>
              <a:defRPr lang="en-US" sz="2400" b="0" kern="1200" dirty="0" smtClean="0">
                <a:solidFill>
                  <a:schemeClr val="tx1"/>
                </a:solidFill>
                <a:latin typeface="+mn-lt"/>
                <a:ea typeface="+mn-ea"/>
                <a:cs typeface="+mn-cs"/>
              </a:defRPr>
            </a:lvl3pPr>
            <a:lvl4pPr marL="5616311" indent="-802331" algn="l" defTabSz="3209320" rtl="0" eaLnBrk="1" latinLnBrk="0" hangingPunct="1">
              <a:lnSpc>
                <a:spcPct val="90000"/>
              </a:lnSpc>
              <a:buFont typeface="Arial" panose="020B0604020202020204" pitchFamily="34" charset="0"/>
              <a:buChar char="•"/>
              <a:defRPr lang="en-US" sz="4800" b="1" kern="1200" dirty="0" smtClean="0">
                <a:solidFill>
                  <a:schemeClr val="tx1"/>
                </a:solidFill>
                <a:latin typeface="+mj-lt"/>
                <a:ea typeface="+mn-ea"/>
                <a:cs typeface="+mn-cs"/>
              </a:defRPr>
            </a:lvl4pPr>
            <a:lvl5pPr marL="7220972" indent="-802331" algn="l" defTabSz="3209320" rtl="0" eaLnBrk="1" latinLnBrk="0" hangingPunct="1">
              <a:lnSpc>
                <a:spcPct val="90000"/>
              </a:lnSpc>
              <a:buFont typeface="Arial" panose="020B0604020202020204" pitchFamily="34" charset="0"/>
              <a:buChar char="•"/>
              <a:defRPr lang="en-GB" sz="4800" b="1" kern="1200" dirty="0" smtClean="0">
                <a:solidFill>
                  <a:schemeClr val="tx1"/>
                </a:solidFill>
                <a:latin typeface="+mj-lt"/>
                <a:ea typeface="+mn-ea"/>
                <a:cs typeface="+mn-cs"/>
              </a:defRPr>
            </a:lvl5pPr>
          </a:lstStyle>
          <a:p>
            <a:pPr marL="0" marR="0" lvl="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a:pPr>
            <a:r>
              <a:rPr lang="en-US" dirty="0"/>
              <a:t>Click here to add text or choose graphic icon below</a:t>
            </a:r>
          </a:p>
        </p:txBody>
      </p:sp>
      <p:sp>
        <p:nvSpPr>
          <p:cNvPr id="37" name="Rectangle 36">
            <a:extLst>
              <a:ext uri="{C183D7F6-B498-43B3-948B-1728B52AA6E4}">
                <adec:decorative xmlns:adec="http://schemas.microsoft.com/office/drawing/2017/decorative" val="1"/>
              </a:ext>
            </a:extLst>
          </p:cNvPr>
          <p:cNvSpPr/>
          <p:nvPr/>
        </p:nvSpPr>
        <p:spPr>
          <a:xfrm>
            <a:off x="35603825" y="14273219"/>
            <a:ext cx="6177600" cy="489743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38" name="Content Placeholder 2"/>
          <p:cNvSpPr>
            <a:spLocks noGrp="1"/>
          </p:cNvSpPr>
          <p:nvPr>
            <p:ph sz="quarter" idx="27" hasCustomPrompt="1"/>
          </p:nvPr>
        </p:nvSpPr>
        <p:spPr>
          <a:xfrm>
            <a:off x="35603825" y="14273213"/>
            <a:ext cx="6177600" cy="4897037"/>
          </a:xfrm>
          <a:prstGeom prst="rect">
            <a:avLst/>
          </a:prstGeom>
        </p:spPr>
        <p:txBody>
          <a:bodyPr/>
          <a:lstStyle>
            <a:lvl1pPr marL="0" marR="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lang="en-US" sz="4000" b="0" kern="1200" dirty="0" smtClean="0">
                <a:solidFill>
                  <a:schemeClr val="tx1"/>
                </a:solidFill>
                <a:latin typeface="+mj-lt"/>
                <a:ea typeface="+mn-ea"/>
                <a:cs typeface="+mn-cs"/>
              </a:defRPr>
            </a:lvl1pPr>
            <a:lvl2pPr marL="2406990" indent="-802331" algn="l" defTabSz="3209320" rtl="0" eaLnBrk="1" latinLnBrk="0" hangingPunct="1">
              <a:lnSpc>
                <a:spcPct val="90000"/>
              </a:lnSpc>
              <a:buFont typeface="Arial" panose="020B0604020202020204" pitchFamily="34" charset="0"/>
              <a:buChar char="•"/>
              <a:defRPr lang="en-US" sz="4000" b="1" kern="1200" dirty="0" smtClean="0">
                <a:solidFill>
                  <a:schemeClr val="tx1"/>
                </a:solidFill>
                <a:latin typeface="+mj-lt"/>
                <a:ea typeface="+mn-ea"/>
                <a:cs typeface="+mn-cs"/>
              </a:defRPr>
            </a:lvl2pPr>
            <a:lvl3pPr marL="4011651" indent="-802331" algn="l" defTabSz="3209320" rtl="0" eaLnBrk="1" latinLnBrk="0" hangingPunct="1">
              <a:lnSpc>
                <a:spcPct val="90000"/>
              </a:lnSpc>
              <a:buFont typeface="Arial" panose="020B0604020202020204" pitchFamily="34" charset="0"/>
              <a:buChar char="•"/>
              <a:defRPr lang="en-US" sz="2400" b="0" kern="1200" dirty="0" smtClean="0">
                <a:solidFill>
                  <a:schemeClr val="tx1"/>
                </a:solidFill>
                <a:latin typeface="+mn-lt"/>
                <a:ea typeface="+mn-ea"/>
                <a:cs typeface="+mn-cs"/>
              </a:defRPr>
            </a:lvl3pPr>
            <a:lvl4pPr marL="5616311" indent="-802331" algn="l" defTabSz="3209320" rtl="0" eaLnBrk="1" latinLnBrk="0" hangingPunct="1">
              <a:lnSpc>
                <a:spcPct val="90000"/>
              </a:lnSpc>
              <a:buFont typeface="Arial" panose="020B0604020202020204" pitchFamily="34" charset="0"/>
              <a:buChar char="•"/>
              <a:defRPr lang="en-US" sz="4800" b="1" kern="1200" dirty="0" smtClean="0">
                <a:solidFill>
                  <a:schemeClr val="tx1"/>
                </a:solidFill>
                <a:latin typeface="+mj-lt"/>
                <a:ea typeface="+mn-ea"/>
                <a:cs typeface="+mn-cs"/>
              </a:defRPr>
            </a:lvl4pPr>
            <a:lvl5pPr marL="7220972" indent="-802331" algn="l" defTabSz="3209320" rtl="0" eaLnBrk="1" latinLnBrk="0" hangingPunct="1">
              <a:lnSpc>
                <a:spcPct val="90000"/>
              </a:lnSpc>
              <a:buFont typeface="Arial" panose="020B0604020202020204" pitchFamily="34" charset="0"/>
              <a:buChar char="•"/>
              <a:defRPr lang="en-GB" sz="4800" b="1" kern="1200" dirty="0" smtClean="0">
                <a:solidFill>
                  <a:schemeClr val="tx1"/>
                </a:solidFill>
                <a:latin typeface="+mj-lt"/>
                <a:ea typeface="+mn-ea"/>
                <a:cs typeface="+mn-cs"/>
              </a:defRPr>
            </a:lvl5pPr>
          </a:lstStyle>
          <a:p>
            <a:pPr marL="0" marR="0" lvl="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a:pPr>
            <a:r>
              <a:rPr lang="en-US" dirty="0"/>
              <a:t>Click here to add text or choose graphic icon below</a:t>
            </a:r>
          </a:p>
          <a:p>
            <a:pPr lvl="0"/>
            <a:endParaRPr lang="en-US" dirty="0"/>
          </a:p>
        </p:txBody>
      </p:sp>
      <p:sp>
        <p:nvSpPr>
          <p:cNvPr id="39" name="Rectangle 38">
            <a:extLst>
              <a:ext uri="{C183D7F6-B498-43B3-948B-1728B52AA6E4}">
                <adec:decorative xmlns:adec="http://schemas.microsoft.com/office/drawing/2017/decorative" val="1"/>
              </a:ext>
            </a:extLst>
          </p:cNvPr>
          <p:cNvSpPr/>
          <p:nvPr/>
        </p:nvSpPr>
        <p:spPr>
          <a:xfrm>
            <a:off x="28689442" y="19905965"/>
            <a:ext cx="6176821" cy="488165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40" name="Content Placeholder 2"/>
          <p:cNvSpPr>
            <a:spLocks noGrp="1"/>
          </p:cNvSpPr>
          <p:nvPr>
            <p:ph sz="quarter" idx="28" hasCustomPrompt="1"/>
          </p:nvPr>
        </p:nvSpPr>
        <p:spPr>
          <a:xfrm>
            <a:off x="28689442" y="19905964"/>
            <a:ext cx="6176821" cy="4881261"/>
          </a:xfrm>
          <a:prstGeom prst="rect">
            <a:avLst/>
          </a:prstGeom>
        </p:spPr>
        <p:txBody>
          <a:bodyPr/>
          <a:lstStyle>
            <a:lvl1pPr marL="0" marR="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lang="en-US" sz="4000" b="0" kern="1200" dirty="0" smtClean="0">
                <a:solidFill>
                  <a:schemeClr val="tx1"/>
                </a:solidFill>
                <a:latin typeface="+mj-lt"/>
                <a:ea typeface="+mn-ea"/>
                <a:cs typeface="+mn-cs"/>
              </a:defRPr>
            </a:lvl1pPr>
            <a:lvl2pPr marL="2406990" indent="-802331" algn="l" defTabSz="3209320" rtl="0" eaLnBrk="1" latinLnBrk="0" hangingPunct="1">
              <a:lnSpc>
                <a:spcPct val="90000"/>
              </a:lnSpc>
              <a:buFont typeface="Arial" panose="020B0604020202020204" pitchFamily="34" charset="0"/>
              <a:buChar char="•"/>
              <a:defRPr lang="en-US" sz="4000" b="1" kern="1200" dirty="0" smtClean="0">
                <a:solidFill>
                  <a:schemeClr val="tx1"/>
                </a:solidFill>
                <a:latin typeface="+mj-lt"/>
                <a:ea typeface="+mn-ea"/>
                <a:cs typeface="+mn-cs"/>
              </a:defRPr>
            </a:lvl2pPr>
            <a:lvl3pPr marL="4011651" indent="-802331" algn="l" defTabSz="3209320" rtl="0" eaLnBrk="1" latinLnBrk="0" hangingPunct="1">
              <a:lnSpc>
                <a:spcPct val="90000"/>
              </a:lnSpc>
              <a:buFont typeface="Arial" panose="020B0604020202020204" pitchFamily="34" charset="0"/>
              <a:buChar char="•"/>
              <a:defRPr lang="en-US" sz="2400" b="0" kern="1200" dirty="0" smtClean="0">
                <a:solidFill>
                  <a:schemeClr val="tx1"/>
                </a:solidFill>
                <a:latin typeface="+mn-lt"/>
                <a:ea typeface="+mn-ea"/>
                <a:cs typeface="+mn-cs"/>
              </a:defRPr>
            </a:lvl3pPr>
            <a:lvl4pPr marL="5616311" indent="-802331" algn="l" defTabSz="3209320" rtl="0" eaLnBrk="1" latinLnBrk="0" hangingPunct="1">
              <a:lnSpc>
                <a:spcPct val="90000"/>
              </a:lnSpc>
              <a:buFont typeface="Arial" panose="020B0604020202020204" pitchFamily="34" charset="0"/>
              <a:buChar char="•"/>
              <a:defRPr lang="en-US" sz="4800" b="1" kern="1200" dirty="0" smtClean="0">
                <a:solidFill>
                  <a:schemeClr val="tx1"/>
                </a:solidFill>
                <a:latin typeface="+mj-lt"/>
                <a:ea typeface="+mn-ea"/>
                <a:cs typeface="+mn-cs"/>
              </a:defRPr>
            </a:lvl4pPr>
            <a:lvl5pPr marL="7220972" indent="-802331" algn="l" defTabSz="3209320" rtl="0" eaLnBrk="1" latinLnBrk="0" hangingPunct="1">
              <a:lnSpc>
                <a:spcPct val="90000"/>
              </a:lnSpc>
              <a:buFont typeface="Arial" panose="020B0604020202020204" pitchFamily="34" charset="0"/>
              <a:buChar char="•"/>
              <a:defRPr lang="en-GB" sz="4800" b="1" kern="1200" dirty="0" smtClean="0">
                <a:solidFill>
                  <a:schemeClr val="tx1"/>
                </a:solidFill>
                <a:latin typeface="+mj-lt"/>
                <a:ea typeface="+mn-ea"/>
                <a:cs typeface="+mn-cs"/>
              </a:defRPr>
            </a:lvl5pPr>
          </a:lstStyle>
          <a:p>
            <a:pPr marL="0" marR="0" lvl="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a:pPr>
            <a:r>
              <a:rPr lang="en-US" dirty="0"/>
              <a:t>Click here to add text or choose graphic icon below</a:t>
            </a:r>
          </a:p>
        </p:txBody>
      </p:sp>
      <p:sp>
        <p:nvSpPr>
          <p:cNvPr id="41" name="Rectangle 40">
            <a:extLst>
              <a:ext uri="{C183D7F6-B498-43B3-948B-1728B52AA6E4}">
                <adec:decorative xmlns:adec="http://schemas.microsoft.com/office/drawing/2017/decorative" val="1"/>
              </a:ext>
            </a:extLst>
          </p:cNvPr>
          <p:cNvSpPr/>
          <p:nvPr/>
        </p:nvSpPr>
        <p:spPr>
          <a:xfrm>
            <a:off x="35603825" y="19905965"/>
            <a:ext cx="6177600" cy="488165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42" name="Content Placeholder 2"/>
          <p:cNvSpPr>
            <a:spLocks noGrp="1"/>
          </p:cNvSpPr>
          <p:nvPr>
            <p:ph sz="quarter" idx="29" hasCustomPrompt="1"/>
          </p:nvPr>
        </p:nvSpPr>
        <p:spPr>
          <a:xfrm>
            <a:off x="35603825" y="19905964"/>
            <a:ext cx="6177600" cy="4881261"/>
          </a:xfrm>
          <a:prstGeom prst="rect">
            <a:avLst/>
          </a:prstGeom>
        </p:spPr>
        <p:txBody>
          <a:bodyPr/>
          <a:lstStyle>
            <a:lvl1pPr marL="0" marR="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lang="en-US" sz="4000" b="0" kern="1200" dirty="0" smtClean="0">
                <a:solidFill>
                  <a:schemeClr val="tx1"/>
                </a:solidFill>
                <a:latin typeface="+mj-lt"/>
                <a:ea typeface="+mn-ea"/>
                <a:cs typeface="+mn-cs"/>
              </a:defRPr>
            </a:lvl1pPr>
            <a:lvl2pPr marL="2406990" indent="-802331" algn="l" defTabSz="3209320" rtl="0" eaLnBrk="1" latinLnBrk="0" hangingPunct="1">
              <a:lnSpc>
                <a:spcPct val="90000"/>
              </a:lnSpc>
              <a:buFont typeface="Arial" panose="020B0604020202020204" pitchFamily="34" charset="0"/>
              <a:buChar char="•"/>
              <a:defRPr lang="en-US" sz="4000" b="1" kern="1200" dirty="0" smtClean="0">
                <a:solidFill>
                  <a:schemeClr val="tx1"/>
                </a:solidFill>
                <a:latin typeface="+mj-lt"/>
                <a:ea typeface="+mn-ea"/>
                <a:cs typeface="+mn-cs"/>
              </a:defRPr>
            </a:lvl2pPr>
            <a:lvl3pPr marL="4011651" indent="-802331" algn="l" defTabSz="3209320" rtl="0" eaLnBrk="1" latinLnBrk="0" hangingPunct="1">
              <a:lnSpc>
                <a:spcPct val="90000"/>
              </a:lnSpc>
              <a:buFont typeface="Arial" panose="020B0604020202020204" pitchFamily="34" charset="0"/>
              <a:buChar char="•"/>
              <a:defRPr lang="en-US" sz="2400" b="0" kern="1200" dirty="0" smtClean="0">
                <a:solidFill>
                  <a:schemeClr val="tx1"/>
                </a:solidFill>
                <a:latin typeface="+mn-lt"/>
                <a:ea typeface="+mn-ea"/>
                <a:cs typeface="+mn-cs"/>
              </a:defRPr>
            </a:lvl3pPr>
            <a:lvl4pPr marL="5616311" indent="-802331" algn="l" defTabSz="3209320" rtl="0" eaLnBrk="1" latinLnBrk="0" hangingPunct="1">
              <a:lnSpc>
                <a:spcPct val="90000"/>
              </a:lnSpc>
              <a:buFont typeface="Arial" panose="020B0604020202020204" pitchFamily="34" charset="0"/>
              <a:buChar char="•"/>
              <a:defRPr lang="en-US" sz="4800" b="1" kern="1200" dirty="0" smtClean="0">
                <a:solidFill>
                  <a:schemeClr val="tx1"/>
                </a:solidFill>
                <a:latin typeface="+mj-lt"/>
                <a:ea typeface="+mn-ea"/>
                <a:cs typeface="+mn-cs"/>
              </a:defRPr>
            </a:lvl4pPr>
            <a:lvl5pPr marL="7220972" indent="-802331" algn="l" defTabSz="3209320" rtl="0" eaLnBrk="1" latinLnBrk="0" hangingPunct="1">
              <a:lnSpc>
                <a:spcPct val="90000"/>
              </a:lnSpc>
              <a:buFont typeface="Arial" panose="020B0604020202020204" pitchFamily="34" charset="0"/>
              <a:buChar char="•"/>
              <a:defRPr lang="en-GB" sz="4800" b="1" kern="1200" dirty="0" smtClean="0">
                <a:solidFill>
                  <a:schemeClr val="tx1"/>
                </a:solidFill>
                <a:latin typeface="+mj-lt"/>
                <a:ea typeface="+mn-ea"/>
                <a:cs typeface="+mn-cs"/>
              </a:defRPr>
            </a:lvl5pPr>
          </a:lstStyle>
          <a:p>
            <a:pPr marL="0" marR="0" lvl="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a:pPr>
            <a:r>
              <a:rPr lang="en-US" dirty="0"/>
              <a:t>Click here to add text or choose graphic icon below</a:t>
            </a:r>
          </a:p>
        </p:txBody>
      </p:sp>
      <p:sp>
        <p:nvSpPr>
          <p:cNvPr id="28" name="Rectangle 27">
            <a:extLst>
              <a:ext uri="{C183D7F6-B498-43B3-948B-1728B52AA6E4}">
                <adec:decorative xmlns:adec="http://schemas.microsoft.com/office/drawing/2017/decorative" val="1"/>
              </a:ext>
            </a:extLst>
          </p:cNvPr>
          <p:cNvSpPr/>
          <p:nvPr/>
        </p:nvSpPr>
        <p:spPr>
          <a:xfrm>
            <a:off x="28689442" y="25505739"/>
            <a:ext cx="13088796" cy="207140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29" name="Content Placeholder 2"/>
          <p:cNvSpPr>
            <a:spLocks noGrp="1"/>
          </p:cNvSpPr>
          <p:nvPr>
            <p:ph sz="quarter" idx="21" hasCustomPrompt="1"/>
          </p:nvPr>
        </p:nvSpPr>
        <p:spPr>
          <a:xfrm>
            <a:off x="28689442" y="25506363"/>
            <a:ext cx="13088796" cy="2070780"/>
          </a:xfrm>
          <a:prstGeom prst="rect">
            <a:avLst/>
          </a:prstGeom>
        </p:spPr>
        <p:txBody>
          <a:bodyPr/>
          <a:lstStyle>
            <a:lvl1pPr marL="0" marR="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lang="en-US" sz="4000" b="0" kern="1200" dirty="0" smtClean="0">
                <a:solidFill>
                  <a:schemeClr val="tx1"/>
                </a:solidFill>
                <a:latin typeface="+mj-lt"/>
                <a:ea typeface="+mn-ea"/>
                <a:cs typeface="+mn-cs"/>
              </a:defRPr>
            </a:lvl1pPr>
            <a:lvl2pPr marL="2406990" indent="-802331" algn="l" defTabSz="3209320" rtl="0" eaLnBrk="1" latinLnBrk="0" hangingPunct="1">
              <a:lnSpc>
                <a:spcPct val="90000"/>
              </a:lnSpc>
              <a:buFont typeface="Arial" panose="020B0604020202020204" pitchFamily="34" charset="0"/>
              <a:buChar char="•"/>
              <a:defRPr lang="en-US" sz="4000" b="1" kern="1200" dirty="0" smtClean="0">
                <a:solidFill>
                  <a:schemeClr val="tx1"/>
                </a:solidFill>
                <a:latin typeface="+mj-lt"/>
                <a:ea typeface="+mn-ea"/>
                <a:cs typeface="+mn-cs"/>
              </a:defRPr>
            </a:lvl2pPr>
            <a:lvl3pPr marL="4011651" indent="-802331" algn="l" defTabSz="3209320" rtl="0" eaLnBrk="1" latinLnBrk="0" hangingPunct="1">
              <a:lnSpc>
                <a:spcPct val="90000"/>
              </a:lnSpc>
              <a:buFont typeface="Arial" panose="020B0604020202020204" pitchFamily="34" charset="0"/>
              <a:buChar char="•"/>
              <a:defRPr lang="en-US" sz="2400" b="0" kern="1200" dirty="0" smtClean="0">
                <a:solidFill>
                  <a:schemeClr val="tx1"/>
                </a:solidFill>
                <a:latin typeface="+mn-lt"/>
                <a:ea typeface="+mn-ea"/>
                <a:cs typeface="+mn-cs"/>
              </a:defRPr>
            </a:lvl3pPr>
            <a:lvl4pPr marL="5616311" indent="-802331" algn="l" defTabSz="3209320" rtl="0" eaLnBrk="1" latinLnBrk="0" hangingPunct="1">
              <a:lnSpc>
                <a:spcPct val="90000"/>
              </a:lnSpc>
              <a:buFont typeface="Arial" panose="020B0604020202020204" pitchFamily="34" charset="0"/>
              <a:buChar char="•"/>
              <a:defRPr lang="en-US" sz="4800" b="1" kern="1200" dirty="0" smtClean="0">
                <a:solidFill>
                  <a:schemeClr val="tx1"/>
                </a:solidFill>
                <a:latin typeface="+mj-lt"/>
                <a:ea typeface="+mn-ea"/>
                <a:cs typeface="+mn-cs"/>
              </a:defRPr>
            </a:lvl4pPr>
            <a:lvl5pPr marL="7220972" indent="-802331" algn="l" defTabSz="3209320" rtl="0" eaLnBrk="1" latinLnBrk="0" hangingPunct="1">
              <a:lnSpc>
                <a:spcPct val="90000"/>
              </a:lnSpc>
              <a:buFont typeface="Arial" panose="020B0604020202020204" pitchFamily="34" charset="0"/>
              <a:buChar char="•"/>
              <a:defRPr lang="en-GB" sz="4800" b="1" kern="1200" dirty="0" smtClean="0">
                <a:solidFill>
                  <a:schemeClr val="tx1"/>
                </a:solidFill>
                <a:latin typeface="+mj-lt"/>
                <a:ea typeface="+mn-ea"/>
                <a:cs typeface="+mn-cs"/>
              </a:defRPr>
            </a:lvl5pPr>
          </a:lstStyle>
          <a:p>
            <a:pPr marL="0" marR="0" lvl="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a:pPr>
            <a:r>
              <a:rPr lang="en-US" dirty="0"/>
              <a:t>Click here to add text or choose graphic icon below</a:t>
            </a:r>
          </a:p>
          <a:p>
            <a:pPr lvl="0"/>
            <a:endParaRPr lang="en-US" dirty="0"/>
          </a:p>
        </p:txBody>
      </p:sp>
      <p:sp>
        <p:nvSpPr>
          <p:cNvPr id="15" name="Text Placeholder 19"/>
          <p:cNvSpPr>
            <a:spLocks noGrp="1"/>
          </p:cNvSpPr>
          <p:nvPr>
            <p:ph type="body" sz="quarter" idx="13" hasCustomPrompt="1"/>
          </p:nvPr>
        </p:nvSpPr>
        <p:spPr>
          <a:xfrm>
            <a:off x="1058784" y="28641677"/>
            <a:ext cx="12419679" cy="1238250"/>
          </a:xfrm>
          <a:prstGeom prst="rect">
            <a:avLst/>
          </a:prstGeom>
        </p:spPr>
        <p:txBody>
          <a:bodyPr>
            <a:normAutofit/>
          </a:bodyPr>
          <a:lstStyle>
            <a:lvl1pPr marL="0" indent="0">
              <a:buNone/>
              <a:defRPr sz="2800" baseline="0">
                <a:solidFill>
                  <a:schemeClr val="tx1"/>
                </a:solidFill>
              </a:defRPr>
            </a:lvl1pPr>
          </a:lstStyle>
          <a:p>
            <a:pPr lvl="0"/>
            <a:r>
              <a:rPr lang="en-US" dirty="0"/>
              <a:t>Add contact details here</a:t>
            </a:r>
            <a:endParaRPr lang="en-GB" dirty="0"/>
          </a:p>
        </p:txBody>
      </p:sp>
      <p:sp>
        <p:nvSpPr>
          <p:cNvPr id="17" name="Text Placeholder 17"/>
          <p:cNvSpPr>
            <a:spLocks noGrp="1"/>
          </p:cNvSpPr>
          <p:nvPr>
            <p:ph type="body" sz="quarter" idx="12" hasCustomPrompt="1"/>
          </p:nvPr>
        </p:nvSpPr>
        <p:spPr>
          <a:xfrm>
            <a:off x="29642776" y="28641677"/>
            <a:ext cx="12133950" cy="1238250"/>
          </a:xfrm>
          <a:prstGeom prst="rect">
            <a:avLst/>
          </a:prstGeom>
        </p:spPr>
        <p:txBody>
          <a:bodyPr>
            <a:normAutofit/>
          </a:bodyPr>
          <a:lstStyle>
            <a:lvl1pPr marL="0" indent="0" algn="r">
              <a:buNone/>
              <a:defRPr sz="2800" baseline="0">
                <a:solidFill>
                  <a:schemeClr val="tx1"/>
                </a:solidFill>
              </a:defRPr>
            </a:lvl1pPr>
          </a:lstStyle>
          <a:p>
            <a:pPr lvl="0"/>
            <a:r>
              <a:rPr lang="en-US" dirty="0"/>
              <a:t>Add collaborator logos here</a:t>
            </a:r>
          </a:p>
        </p:txBody>
      </p:sp>
    </p:spTree>
    <p:extLst>
      <p:ext uri="{BB962C8B-B14F-4D97-AF65-F5344CB8AC3E}">
        <p14:creationId xmlns:p14="http://schemas.microsoft.com/office/powerpoint/2010/main" val="357184569"/>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38" orient="horz" pos="3689">
          <p15:clr>
            <a:srgbClr val="FBAE40"/>
          </p15:clr>
        </p15:guide>
        <p15:guide id="39" orient="horz" pos="18245">
          <p15:clr>
            <a:srgbClr val="FBAE40"/>
          </p15:clr>
        </p15:guide>
        <p15:guide id="41" pos="18062">
          <p15:clr>
            <a:srgbClr val="FBAE40"/>
          </p15:clr>
        </p15:guide>
        <p15:guide id="42" pos="17608">
          <p15:clr>
            <a:srgbClr val="FBAE40"/>
          </p15:clr>
        </p15:guide>
        <p15:guide id="43" pos="9353">
          <p15:clr>
            <a:srgbClr val="FBAE40"/>
          </p15:clr>
        </p15:guide>
        <p15:guide id="44" pos="8899">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A0 Landscape Poster -  3 columns, 11 boxes v2">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1058785" y="919091"/>
            <a:ext cx="40717941" cy="1089401"/>
          </a:xfrm>
          <a:prstGeom prst="rect">
            <a:avLst/>
          </a:prstGeom>
        </p:spPr>
        <p:txBody>
          <a:bodyPr wrap="square" lIns="0">
            <a:spAutoFit/>
          </a:bodyPr>
          <a:lstStyle>
            <a:lvl1pPr>
              <a:defRPr sz="7199" b="1">
                <a:solidFill>
                  <a:schemeClr val="tx1"/>
                </a:solidFill>
              </a:defRPr>
            </a:lvl1pPr>
          </a:lstStyle>
          <a:p>
            <a:r>
              <a:rPr lang="en-US" dirty="0"/>
              <a:t>Click to add title – Arial bold 72pt</a:t>
            </a:r>
            <a:endParaRPr lang="en-GB" dirty="0"/>
          </a:p>
        </p:txBody>
      </p:sp>
      <p:sp>
        <p:nvSpPr>
          <p:cNvPr id="6" name="Text Placeholder 5"/>
          <p:cNvSpPr>
            <a:spLocks noGrp="1"/>
          </p:cNvSpPr>
          <p:nvPr>
            <p:ph type="body" sz="quarter" idx="10" hasCustomPrompt="1"/>
          </p:nvPr>
        </p:nvSpPr>
        <p:spPr>
          <a:xfrm>
            <a:off x="1058786" y="2716524"/>
            <a:ext cx="35504166" cy="757130"/>
          </a:xfrm>
          <a:prstGeom prst="rect">
            <a:avLst/>
          </a:prstGeom>
        </p:spPr>
        <p:txBody>
          <a:bodyPr wrap="square" lIns="0">
            <a:spAutoFit/>
          </a:bodyPr>
          <a:lstStyle>
            <a:lvl1pPr marL="0" marR="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sz="4800" b="1" baseline="0">
                <a:solidFill>
                  <a:schemeClr val="tx1"/>
                </a:solidFill>
                <a:latin typeface="+mj-lt"/>
              </a:defRPr>
            </a:lvl1pPr>
          </a:lstStyle>
          <a:p>
            <a:pPr marL="0" marR="0" lvl="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a:pPr>
            <a:r>
              <a:rPr lang="en-US" dirty="0"/>
              <a:t>Click to add authors – Arial bold 48pt</a:t>
            </a:r>
          </a:p>
        </p:txBody>
      </p:sp>
      <p:sp>
        <p:nvSpPr>
          <p:cNvPr id="8" name="Text Placeholder 7"/>
          <p:cNvSpPr>
            <a:spLocks noGrp="1"/>
          </p:cNvSpPr>
          <p:nvPr>
            <p:ph type="body" sz="quarter" idx="11" hasCustomPrompt="1"/>
          </p:nvPr>
        </p:nvSpPr>
        <p:spPr>
          <a:xfrm>
            <a:off x="1058785" y="4074785"/>
            <a:ext cx="35504166" cy="480131"/>
          </a:xfrm>
          <a:prstGeom prst="rect">
            <a:avLst/>
          </a:prstGeom>
        </p:spPr>
        <p:txBody>
          <a:bodyPr wrap="square" lIns="0">
            <a:spAutoFit/>
          </a:bodyPr>
          <a:lstStyle>
            <a:lvl1pPr marL="0" indent="0">
              <a:buNone/>
              <a:defRPr sz="2800" b="1">
                <a:solidFill>
                  <a:schemeClr val="tx1"/>
                </a:solidFill>
                <a:latin typeface="+mj-lt"/>
              </a:defRPr>
            </a:lvl1pPr>
          </a:lstStyle>
          <a:p>
            <a:pPr lvl="0"/>
            <a:r>
              <a:rPr lang="en-US" dirty="0"/>
              <a:t>Click to add </a:t>
            </a:r>
            <a:r>
              <a:rPr lang="en-US" dirty="0" err="1"/>
              <a:t>affilliations</a:t>
            </a:r>
            <a:r>
              <a:rPr lang="en-US" dirty="0"/>
              <a:t> – Arial bold 28pt</a:t>
            </a:r>
            <a:endParaRPr lang="en-GB" dirty="0"/>
          </a:p>
        </p:txBody>
      </p:sp>
      <p:sp>
        <p:nvSpPr>
          <p:cNvPr id="4" name="Text Placeholder 3"/>
          <p:cNvSpPr>
            <a:spLocks noGrp="1"/>
          </p:cNvSpPr>
          <p:nvPr>
            <p:ph type="body" sz="quarter" idx="14" hasCustomPrompt="1"/>
          </p:nvPr>
        </p:nvSpPr>
        <p:spPr>
          <a:xfrm>
            <a:off x="36605035" y="2745635"/>
            <a:ext cx="6191541" cy="2444871"/>
          </a:xfrm>
          <a:prstGeom prst="rect">
            <a:avLst/>
          </a:prstGeom>
          <a:noFill/>
          <a:ln w="41275">
            <a:noFill/>
            <a:prstDash val="sysDash"/>
          </a:ln>
        </p:spPr>
        <p:txBody>
          <a:bodyPr>
            <a:noAutofit/>
          </a:bodyPr>
          <a:lstStyle>
            <a:lvl1pPr marL="0" indent="0">
              <a:buNone/>
              <a:defRPr sz="3816" baseline="0">
                <a:solidFill>
                  <a:schemeClr val="tx1"/>
                </a:solidFill>
              </a:defRPr>
            </a:lvl1pPr>
            <a:lvl2pPr>
              <a:defRPr sz="4294"/>
            </a:lvl2pPr>
            <a:lvl3pPr>
              <a:defRPr sz="3816"/>
            </a:lvl3pPr>
            <a:lvl4pPr>
              <a:defRPr sz="3180"/>
            </a:lvl4pPr>
            <a:lvl5pPr>
              <a:defRPr sz="3180"/>
            </a:lvl5pPr>
          </a:lstStyle>
          <a:p>
            <a:pPr lvl="0"/>
            <a:r>
              <a:rPr lang="en-GB" dirty="0"/>
              <a:t>Keep this area clear</a:t>
            </a:r>
          </a:p>
        </p:txBody>
      </p:sp>
      <p:sp>
        <p:nvSpPr>
          <p:cNvPr id="9" name="Rectangle 8">
            <a:extLst>
              <a:ext uri="{FF2B5EF4-FFF2-40B4-BE49-F238E27FC236}">
                <a16:creationId xmlns:a16="http://schemas.microsoft.com/office/drawing/2014/main" id="{8B43F24F-F0FB-412D-9664-1168B0AE1CEF}"/>
              </a:ext>
              <a:ext uri="{C183D7F6-B498-43B3-948B-1728B52AA6E4}">
                <adec:decorative xmlns:adec="http://schemas.microsoft.com/office/drawing/2017/decorative" val="1"/>
              </a:ext>
            </a:extLst>
          </p:cNvPr>
          <p:cNvSpPr/>
          <p:nvPr/>
        </p:nvSpPr>
        <p:spPr>
          <a:xfrm>
            <a:off x="1020132" y="5859463"/>
            <a:ext cx="17416624" cy="10505579"/>
          </a:xfrm>
          <a:prstGeom prst="rect">
            <a:avLst/>
          </a:prstGeom>
          <a:solidFill>
            <a:schemeClr val="bg1"/>
          </a:solidFill>
          <a:ln w="12700" cap="flat" cmpd="sng" algn="ctr">
            <a:noFill/>
            <a:prstDash val="solid"/>
            <a:miter lim="800000"/>
          </a:ln>
          <a:effectLst/>
        </p:spPr>
        <p:txBody>
          <a:bodyPr rtlCol="0" anchor="ctr"/>
          <a:lstStyle/>
          <a:p>
            <a:pPr marL="0" marR="0" lvl="0" indent="0" algn="ctr" defTabSz="914309" eaLnBrk="1" fontAlgn="auto" latinLnBrk="0" hangingPunct="1">
              <a:lnSpc>
                <a:spcPct val="100000"/>
              </a:lnSpc>
              <a:spcBef>
                <a:spcPts val="0"/>
              </a:spcBef>
              <a:spcAft>
                <a:spcPts val="0"/>
              </a:spcAft>
              <a:buClrTx/>
              <a:buSzTx/>
              <a:buFontTx/>
              <a:buNone/>
              <a:tabLst/>
              <a:defRPr/>
            </a:pPr>
            <a:endParaRPr kumimoji="0" lang="en-US" sz="1431" b="0" i="0" u="none" strike="noStrike" kern="0" cap="none" spc="0" normalizeH="0" baseline="0" noProof="0" dirty="0">
              <a:ln>
                <a:noFill/>
              </a:ln>
              <a:solidFill>
                <a:srgbClr val="FFFFFF"/>
              </a:solidFill>
              <a:effectLst/>
              <a:uLnTx/>
              <a:uFillTx/>
              <a:latin typeface="Arial" panose="020B0604020202020204"/>
              <a:ea typeface="+mn-ea"/>
              <a:cs typeface="+mn-cs"/>
            </a:endParaRPr>
          </a:p>
        </p:txBody>
      </p:sp>
      <p:sp>
        <p:nvSpPr>
          <p:cNvPr id="5" name="Content Placeholder 4">
            <a:extLst>
              <a:ext uri="{FF2B5EF4-FFF2-40B4-BE49-F238E27FC236}">
                <a16:creationId xmlns:a16="http://schemas.microsoft.com/office/drawing/2014/main" id="{53CD4AAC-44F7-4065-A428-4A870F2B2CEF}"/>
              </a:ext>
            </a:extLst>
          </p:cNvPr>
          <p:cNvSpPr>
            <a:spLocks noGrp="1"/>
          </p:cNvSpPr>
          <p:nvPr>
            <p:ph sz="quarter" idx="15" hasCustomPrompt="1"/>
          </p:nvPr>
        </p:nvSpPr>
        <p:spPr>
          <a:xfrm>
            <a:off x="1022351" y="5859786"/>
            <a:ext cx="17415944" cy="10504892"/>
          </a:xfrm>
          <a:prstGeom prst="rect">
            <a:avLst/>
          </a:prstGeom>
        </p:spPr>
        <p:txBody>
          <a:bodyPr/>
          <a:lstStyle>
            <a:lvl1pPr marL="0" marR="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sz="4000">
                <a:latin typeface="+mj-lt"/>
              </a:defRPr>
            </a:lvl1pPr>
          </a:lstStyle>
          <a:p>
            <a:pPr marL="0" marR="0" lvl="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a:pPr>
            <a:r>
              <a:rPr lang="en-US" dirty="0"/>
              <a:t>Click here to add text or choose graphic icon below</a:t>
            </a:r>
          </a:p>
        </p:txBody>
      </p:sp>
      <p:sp>
        <p:nvSpPr>
          <p:cNvPr id="10" name="Rectangle 9">
            <a:extLst>
              <a:ext uri="{FF2B5EF4-FFF2-40B4-BE49-F238E27FC236}">
                <a16:creationId xmlns:a16="http://schemas.microsoft.com/office/drawing/2014/main" id="{1AB46ECE-0E13-4515-9430-332A23640361}"/>
              </a:ext>
              <a:ext uri="{C183D7F6-B498-43B3-948B-1728B52AA6E4}">
                <adec:decorative xmlns:adec="http://schemas.microsoft.com/office/drawing/2017/decorative" val="1"/>
              </a:ext>
            </a:extLst>
          </p:cNvPr>
          <p:cNvSpPr/>
          <p:nvPr/>
        </p:nvSpPr>
        <p:spPr>
          <a:xfrm>
            <a:off x="1020132" y="17104383"/>
            <a:ext cx="9637974" cy="10490400"/>
          </a:xfrm>
          <a:prstGeom prst="rect">
            <a:avLst/>
          </a:prstGeom>
          <a:solidFill>
            <a:schemeClr val="bg1"/>
          </a:solidFill>
          <a:ln w="12700" cap="flat" cmpd="sng" algn="ctr">
            <a:noFill/>
            <a:prstDash val="solid"/>
            <a:miter lim="800000"/>
          </a:ln>
          <a:effectLst/>
        </p:spPr>
        <p:txBody>
          <a:bodyPr rtlCol="0" anchor="ctr"/>
          <a:lstStyle/>
          <a:p>
            <a:pPr marL="0" marR="0" lvl="0" indent="0" algn="ctr" defTabSz="914309" eaLnBrk="1" fontAlgn="auto" latinLnBrk="0" hangingPunct="1">
              <a:lnSpc>
                <a:spcPct val="100000"/>
              </a:lnSpc>
              <a:spcBef>
                <a:spcPts val="0"/>
              </a:spcBef>
              <a:spcAft>
                <a:spcPts val="0"/>
              </a:spcAft>
              <a:buClrTx/>
              <a:buSzTx/>
              <a:buFontTx/>
              <a:buNone/>
              <a:tabLst/>
              <a:defRPr/>
            </a:pPr>
            <a:endParaRPr kumimoji="0" lang="en-US" sz="1431" b="0" i="0" u="none" strike="noStrike" kern="0" cap="none" spc="0" normalizeH="0" baseline="0" noProof="0" dirty="0">
              <a:ln>
                <a:noFill/>
              </a:ln>
              <a:solidFill>
                <a:srgbClr val="FFFFFF"/>
              </a:solidFill>
              <a:effectLst/>
              <a:uLnTx/>
              <a:uFillTx/>
              <a:latin typeface="Arial" panose="020B0604020202020204"/>
              <a:ea typeface="+mn-ea"/>
              <a:cs typeface="+mn-cs"/>
            </a:endParaRPr>
          </a:p>
        </p:txBody>
      </p:sp>
      <p:sp>
        <p:nvSpPr>
          <p:cNvPr id="33" name="Content Placeholder 32">
            <a:extLst>
              <a:ext uri="{FF2B5EF4-FFF2-40B4-BE49-F238E27FC236}">
                <a16:creationId xmlns:a16="http://schemas.microsoft.com/office/drawing/2014/main" id="{6BCD20C3-2203-4639-8AA5-6E0473699AB7}"/>
              </a:ext>
            </a:extLst>
          </p:cNvPr>
          <p:cNvSpPr>
            <a:spLocks noGrp="1"/>
          </p:cNvSpPr>
          <p:nvPr>
            <p:ph sz="quarter" idx="16" hasCustomPrompt="1"/>
          </p:nvPr>
        </p:nvSpPr>
        <p:spPr>
          <a:xfrm>
            <a:off x="1022351" y="17104383"/>
            <a:ext cx="9635332" cy="10490400"/>
          </a:xfrm>
          <a:prstGeom prst="rect">
            <a:avLst/>
          </a:prstGeom>
        </p:spPr>
        <p:txBody>
          <a:bodyPr/>
          <a:lstStyle>
            <a:lvl1pPr marL="0" marR="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sz="4000">
                <a:latin typeface="+mj-lt"/>
              </a:defRPr>
            </a:lvl1pPr>
          </a:lstStyle>
          <a:p>
            <a:pPr marL="0" marR="0" lvl="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a:pPr>
            <a:r>
              <a:rPr lang="en-US" dirty="0"/>
              <a:t>Click here to add text or choose graphic icon below</a:t>
            </a:r>
          </a:p>
        </p:txBody>
      </p:sp>
      <p:sp>
        <p:nvSpPr>
          <p:cNvPr id="11" name="Rectangle 10">
            <a:extLst>
              <a:ext uri="{FF2B5EF4-FFF2-40B4-BE49-F238E27FC236}">
                <a16:creationId xmlns:a16="http://schemas.microsoft.com/office/drawing/2014/main" id="{629FEC58-A4F3-4197-81B4-E6B1FBA9593F}"/>
              </a:ext>
              <a:ext uri="{C183D7F6-B498-43B3-948B-1728B52AA6E4}">
                <adec:decorative xmlns:adec="http://schemas.microsoft.com/office/drawing/2017/decorative" val="1"/>
              </a:ext>
            </a:extLst>
          </p:cNvPr>
          <p:cNvSpPr/>
          <p:nvPr/>
        </p:nvSpPr>
        <p:spPr>
          <a:xfrm>
            <a:off x="11391901" y="17105379"/>
            <a:ext cx="7044858" cy="10489404"/>
          </a:xfrm>
          <a:prstGeom prst="rect">
            <a:avLst/>
          </a:prstGeom>
          <a:solidFill>
            <a:schemeClr val="bg1"/>
          </a:solidFill>
          <a:ln w="12700" cap="flat" cmpd="sng" algn="ctr">
            <a:noFill/>
            <a:prstDash val="solid"/>
            <a:miter lim="800000"/>
          </a:ln>
          <a:effectLst/>
        </p:spPr>
        <p:txBody>
          <a:bodyPr rtlCol="0" anchor="ctr"/>
          <a:lstStyle/>
          <a:p>
            <a:pPr marL="0" marR="0" lvl="0" indent="0" algn="ctr" defTabSz="914309" eaLnBrk="1" fontAlgn="auto" latinLnBrk="0" hangingPunct="1">
              <a:lnSpc>
                <a:spcPct val="100000"/>
              </a:lnSpc>
              <a:spcBef>
                <a:spcPts val="0"/>
              </a:spcBef>
              <a:spcAft>
                <a:spcPts val="0"/>
              </a:spcAft>
              <a:buClrTx/>
              <a:buSzTx/>
              <a:buFontTx/>
              <a:buNone/>
              <a:tabLst/>
              <a:defRPr/>
            </a:pPr>
            <a:endParaRPr kumimoji="0" lang="en-US" sz="1431" b="0" i="0" u="none" strike="noStrike" kern="0" cap="none" spc="0" normalizeH="0" baseline="0" noProof="0" dirty="0">
              <a:ln>
                <a:noFill/>
              </a:ln>
              <a:solidFill>
                <a:srgbClr val="FFFFFF"/>
              </a:solidFill>
              <a:effectLst/>
              <a:uLnTx/>
              <a:uFillTx/>
              <a:latin typeface="Arial" panose="020B0604020202020204"/>
              <a:ea typeface="+mn-ea"/>
              <a:cs typeface="+mn-cs"/>
            </a:endParaRPr>
          </a:p>
        </p:txBody>
      </p:sp>
      <p:sp>
        <p:nvSpPr>
          <p:cNvPr id="35" name="Content Placeholder 34">
            <a:extLst>
              <a:ext uri="{FF2B5EF4-FFF2-40B4-BE49-F238E27FC236}">
                <a16:creationId xmlns:a16="http://schemas.microsoft.com/office/drawing/2014/main" id="{E2C72D6E-B012-4960-AFAF-2935F5655271}"/>
              </a:ext>
            </a:extLst>
          </p:cNvPr>
          <p:cNvSpPr>
            <a:spLocks noGrp="1"/>
          </p:cNvSpPr>
          <p:nvPr>
            <p:ph sz="quarter" idx="17" hasCustomPrompt="1"/>
          </p:nvPr>
        </p:nvSpPr>
        <p:spPr>
          <a:xfrm>
            <a:off x="11390572" y="17103637"/>
            <a:ext cx="7047259" cy="10491146"/>
          </a:xfrm>
          <a:prstGeom prst="rect">
            <a:avLst/>
          </a:prstGeom>
        </p:spPr>
        <p:txBody>
          <a:bodyPr/>
          <a:lstStyle>
            <a:lvl1pPr marL="0" marR="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sz="4000">
                <a:latin typeface="+mj-lt"/>
              </a:defRPr>
            </a:lvl1pPr>
          </a:lstStyle>
          <a:p>
            <a:pPr marL="0" marR="0" lvl="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a:pPr>
            <a:r>
              <a:rPr lang="en-US" dirty="0"/>
              <a:t>Click here to add text or choose graphic icon below</a:t>
            </a:r>
          </a:p>
        </p:txBody>
      </p:sp>
      <p:sp>
        <p:nvSpPr>
          <p:cNvPr id="17" name="Rectangle 16">
            <a:extLst>
              <a:ext uri="{FF2B5EF4-FFF2-40B4-BE49-F238E27FC236}">
                <a16:creationId xmlns:a16="http://schemas.microsoft.com/office/drawing/2014/main" id="{63912914-2747-4DDE-8D76-5195595D4A64}"/>
              </a:ext>
              <a:ext uri="{C183D7F6-B498-43B3-948B-1728B52AA6E4}">
                <adec:decorative xmlns:adec="http://schemas.microsoft.com/office/drawing/2017/decorative" val="1"/>
              </a:ext>
            </a:extLst>
          </p:cNvPr>
          <p:cNvSpPr/>
          <p:nvPr/>
        </p:nvSpPr>
        <p:spPr>
          <a:xfrm>
            <a:off x="19187327" y="5859464"/>
            <a:ext cx="12210169" cy="7696748"/>
          </a:xfrm>
          <a:prstGeom prst="rect">
            <a:avLst/>
          </a:prstGeom>
          <a:solidFill>
            <a:schemeClr val="bg1"/>
          </a:solidFill>
          <a:ln w="12700" cap="flat" cmpd="sng" algn="ctr">
            <a:noFill/>
            <a:prstDash val="solid"/>
            <a:miter lim="800000"/>
          </a:ln>
          <a:effectLst/>
        </p:spPr>
        <p:txBody>
          <a:bodyPr rtlCol="0" anchor="ctr"/>
          <a:lstStyle/>
          <a:p>
            <a:pPr marL="0" marR="0" lvl="0" indent="0" algn="ctr" defTabSz="914309" eaLnBrk="1" fontAlgn="auto" latinLnBrk="0" hangingPunct="1">
              <a:lnSpc>
                <a:spcPct val="100000"/>
              </a:lnSpc>
              <a:spcBef>
                <a:spcPts val="0"/>
              </a:spcBef>
              <a:spcAft>
                <a:spcPts val="0"/>
              </a:spcAft>
              <a:buClrTx/>
              <a:buSzTx/>
              <a:buFontTx/>
              <a:buNone/>
              <a:tabLst/>
              <a:defRPr/>
            </a:pPr>
            <a:endParaRPr kumimoji="0" lang="en-US" sz="1431" b="0" i="0" u="none" strike="noStrike" kern="0" cap="none" spc="0" normalizeH="0" baseline="0" noProof="0" dirty="0">
              <a:ln>
                <a:noFill/>
              </a:ln>
              <a:solidFill>
                <a:srgbClr val="FFFFFF"/>
              </a:solidFill>
              <a:effectLst/>
              <a:uLnTx/>
              <a:uFillTx/>
              <a:latin typeface="Arial" panose="020B0604020202020204"/>
              <a:ea typeface="+mn-ea"/>
              <a:cs typeface="+mn-cs"/>
            </a:endParaRPr>
          </a:p>
        </p:txBody>
      </p:sp>
      <p:sp>
        <p:nvSpPr>
          <p:cNvPr id="36" name="Content Placeholder 35">
            <a:extLst>
              <a:ext uri="{FF2B5EF4-FFF2-40B4-BE49-F238E27FC236}">
                <a16:creationId xmlns:a16="http://schemas.microsoft.com/office/drawing/2014/main" id="{28C20B94-8FCB-4CD3-BA6F-B68019414536}"/>
              </a:ext>
            </a:extLst>
          </p:cNvPr>
          <p:cNvSpPr>
            <a:spLocks noGrp="1"/>
          </p:cNvSpPr>
          <p:nvPr>
            <p:ph sz="quarter" idx="18" hasCustomPrompt="1"/>
          </p:nvPr>
        </p:nvSpPr>
        <p:spPr>
          <a:xfrm>
            <a:off x="19186575" y="5858717"/>
            <a:ext cx="12210169" cy="7695357"/>
          </a:xfrm>
          <a:prstGeom prst="rect">
            <a:avLst/>
          </a:prstGeom>
        </p:spPr>
        <p:txBody>
          <a:bodyPr/>
          <a:lstStyle>
            <a:lvl1pPr marL="0" marR="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sz="4000">
                <a:latin typeface="+mj-lt"/>
              </a:defRPr>
            </a:lvl1pPr>
          </a:lstStyle>
          <a:p>
            <a:pPr marL="0" marR="0" lvl="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a:pPr>
            <a:r>
              <a:rPr lang="en-US" dirty="0"/>
              <a:t>Click here to add text or choose graphic icon below</a:t>
            </a:r>
          </a:p>
        </p:txBody>
      </p:sp>
      <p:sp>
        <p:nvSpPr>
          <p:cNvPr id="19" name="Rectangle 18">
            <a:extLst>
              <a:ext uri="{FF2B5EF4-FFF2-40B4-BE49-F238E27FC236}">
                <a16:creationId xmlns:a16="http://schemas.microsoft.com/office/drawing/2014/main" id="{1BEB6CBD-170B-4F09-B2F0-698A9A96E623}"/>
              </a:ext>
              <a:ext uri="{C183D7F6-B498-43B3-948B-1728B52AA6E4}">
                <adec:decorative xmlns:adec="http://schemas.microsoft.com/office/drawing/2017/decorative" val="1"/>
              </a:ext>
            </a:extLst>
          </p:cNvPr>
          <p:cNvSpPr/>
          <p:nvPr/>
        </p:nvSpPr>
        <p:spPr>
          <a:xfrm>
            <a:off x="19200978" y="14286397"/>
            <a:ext cx="12210169" cy="7692541"/>
          </a:xfrm>
          <a:prstGeom prst="rect">
            <a:avLst/>
          </a:prstGeom>
          <a:solidFill>
            <a:schemeClr val="bg1"/>
          </a:solidFill>
          <a:ln w="12700" cap="flat" cmpd="sng" algn="ctr">
            <a:noFill/>
            <a:prstDash val="solid"/>
            <a:miter lim="800000"/>
          </a:ln>
          <a:effectLst/>
        </p:spPr>
        <p:txBody>
          <a:bodyPr rtlCol="0" anchor="ctr"/>
          <a:lstStyle/>
          <a:p>
            <a:pPr marL="0" marR="0" lvl="0" indent="0" algn="ctr" defTabSz="914309" eaLnBrk="1" fontAlgn="auto" latinLnBrk="0" hangingPunct="1">
              <a:lnSpc>
                <a:spcPct val="100000"/>
              </a:lnSpc>
              <a:spcBef>
                <a:spcPts val="0"/>
              </a:spcBef>
              <a:spcAft>
                <a:spcPts val="0"/>
              </a:spcAft>
              <a:buClrTx/>
              <a:buSzTx/>
              <a:buFontTx/>
              <a:buNone/>
              <a:tabLst/>
              <a:defRPr/>
            </a:pPr>
            <a:endParaRPr kumimoji="0" lang="en-US" sz="1431" b="0" i="0" u="none" strike="noStrike" kern="0" cap="none" spc="0" normalizeH="0" baseline="0" noProof="0" dirty="0">
              <a:ln>
                <a:noFill/>
              </a:ln>
              <a:solidFill>
                <a:srgbClr val="FFFFFF"/>
              </a:solidFill>
              <a:effectLst/>
              <a:uLnTx/>
              <a:uFillTx/>
              <a:latin typeface="Arial" panose="020B0604020202020204"/>
              <a:ea typeface="+mn-ea"/>
              <a:cs typeface="+mn-cs"/>
            </a:endParaRPr>
          </a:p>
        </p:txBody>
      </p:sp>
      <p:sp>
        <p:nvSpPr>
          <p:cNvPr id="37" name="Content Placeholder 36">
            <a:extLst>
              <a:ext uri="{FF2B5EF4-FFF2-40B4-BE49-F238E27FC236}">
                <a16:creationId xmlns:a16="http://schemas.microsoft.com/office/drawing/2014/main" id="{DCBBFD08-AD1E-491B-9C58-47D0A41FB674}"/>
              </a:ext>
            </a:extLst>
          </p:cNvPr>
          <p:cNvSpPr>
            <a:spLocks noGrp="1"/>
          </p:cNvSpPr>
          <p:nvPr>
            <p:ph sz="quarter" idx="19" hasCustomPrompt="1"/>
          </p:nvPr>
        </p:nvSpPr>
        <p:spPr>
          <a:xfrm>
            <a:off x="19200974" y="14285127"/>
            <a:ext cx="12210169" cy="7693811"/>
          </a:xfrm>
          <a:prstGeom prst="rect">
            <a:avLst/>
          </a:prstGeom>
        </p:spPr>
        <p:txBody>
          <a:bodyPr/>
          <a:lstStyle>
            <a:lvl1pPr marL="0" marR="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sz="4000">
                <a:latin typeface="+mj-lt"/>
              </a:defRPr>
            </a:lvl1pPr>
          </a:lstStyle>
          <a:p>
            <a:pPr marL="0" marR="0" lvl="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a:pPr>
            <a:r>
              <a:rPr lang="en-US" dirty="0"/>
              <a:t>Click here to add text or choose graphic icon below</a:t>
            </a:r>
          </a:p>
        </p:txBody>
      </p:sp>
      <p:sp>
        <p:nvSpPr>
          <p:cNvPr id="21" name="Rectangle 20">
            <a:extLst>
              <a:ext uri="{FF2B5EF4-FFF2-40B4-BE49-F238E27FC236}">
                <a16:creationId xmlns:a16="http://schemas.microsoft.com/office/drawing/2014/main" id="{F798A082-AC4D-4A8D-9CF2-9430DF1C5F78}"/>
              </a:ext>
              <a:ext uri="{C183D7F6-B498-43B3-948B-1728B52AA6E4}">
                <adec:decorative xmlns:adec="http://schemas.microsoft.com/office/drawing/2017/decorative" val="1"/>
              </a:ext>
            </a:extLst>
          </p:cNvPr>
          <p:cNvSpPr/>
          <p:nvPr/>
        </p:nvSpPr>
        <p:spPr>
          <a:xfrm>
            <a:off x="19200979" y="22703580"/>
            <a:ext cx="12211605" cy="4891203"/>
          </a:xfrm>
          <a:prstGeom prst="rect">
            <a:avLst/>
          </a:prstGeom>
          <a:solidFill>
            <a:schemeClr val="bg1"/>
          </a:solidFill>
          <a:ln w="12700" cap="flat" cmpd="sng" algn="ctr">
            <a:noFill/>
            <a:prstDash val="solid"/>
            <a:miter lim="800000"/>
          </a:ln>
          <a:effectLst/>
        </p:spPr>
        <p:txBody>
          <a:bodyPr rtlCol="0" anchor="ctr"/>
          <a:lstStyle/>
          <a:p>
            <a:pPr marL="0" marR="0" lvl="0" indent="0" algn="ctr" defTabSz="914309" eaLnBrk="1" fontAlgn="auto" latinLnBrk="0" hangingPunct="1">
              <a:lnSpc>
                <a:spcPct val="100000"/>
              </a:lnSpc>
              <a:spcBef>
                <a:spcPts val="0"/>
              </a:spcBef>
              <a:spcAft>
                <a:spcPts val="0"/>
              </a:spcAft>
              <a:buClrTx/>
              <a:buSzTx/>
              <a:buFontTx/>
              <a:buNone/>
              <a:tabLst/>
              <a:defRPr/>
            </a:pPr>
            <a:endParaRPr kumimoji="0" lang="en-US" sz="1431" b="0" i="0" u="none" strike="noStrike" kern="0" cap="none" spc="0" normalizeH="0" baseline="0" noProof="0" dirty="0">
              <a:ln>
                <a:noFill/>
              </a:ln>
              <a:solidFill>
                <a:srgbClr val="FFFFFF"/>
              </a:solidFill>
              <a:effectLst/>
              <a:uLnTx/>
              <a:uFillTx/>
              <a:latin typeface="Arial" panose="020B0604020202020204"/>
              <a:ea typeface="+mn-ea"/>
              <a:cs typeface="+mn-cs"/>
            </a:endParaRPr>
          </a:p>
        </p:txBody>
      </p:sp>
      <p:sp>
        <p:nvSpPr>
          <p:cNvPr id="38" name="Content Placeholder 37">
            <a:extLst>
              <a:ext uri="{FF2B5EF4-FFF2-40B4-BE49-F238E27FC236}">
                <a16:creationId xmlns:a16="http://schemas.microsoft.com/office/drawing/2014/main" id="{69CB0982-D2DA-488C-998B-7DC9B88A3E1C}"/>
              </a:ext>
            </a:extLst>
          </p:cNvPr>
          <p:cNvSpPr>
            <a:spLocks noGrp="1"/>
          </p:cNvSpPr>
          <p:nvPr>
            <p:ph sz="quarter" idx="20" hasCustomPrompt="1"/>
          </p:nvPr>
        </p:nvSpPr>
        <p:spPr>
          <a:xfrm>
            <a:off x="19200976" y="22703644"/>
            <a:ext cx="12210168" cy="4891139"/>
          </a:xfrm>
          <a:prstGeom prst="rect">
            <a:avLst/>
          </a:prstGeom>
        </p:spPr>
        <p:txBody>
          <a:bodyPr/>
          <a:lstStyle>
            <a:lvl1pPr marL="0" marR="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sz="4000">
                <a:latin typeface="+mj-lt"/>
              </a:defRPr>
            </a:lvl1pPr>
          </a:lstStyle>
          <a:p>
            <a:pPr marL="0" marR="0" lvl="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a:pPr>
            <a:r>
              <a:rPr lang="en-US" dirty="0"/>
              <a:t>Click here to add text or choose graphic icon below</a:t>
            </a:r>
          </a:p>
        </p:txBody>
      </p:sp>
      <p:sp>
        <p:nvSpPr>
          <p:cNvPr id="12" name="Rectangle 11">
            <a:extLst>
              <a:ext uri="{FF2B5EF4-FFF2-40B4-BE49-F238E27FC236}">
                <a16:creationId xmlns:a16="http://schemas.microsoft.com/office/drawing/2014/main" id="{DE17EA3D-1D97-402B-951A-07B65353F3E1}"/>
              </a:ext>
              <a:ext uri="{C183D7F6-B498-43B3-948B-1728B52AA6E4}">
                <adec:decorative xmlns:adec="http://schemas.microsoft.com/office/drawing/2017/decorative" val="1"/>
              </a:ext>
            </a:extLst>
          </p:cNvPr>
          <p:cNvSpPr/>
          <p:nvPr/>
        </p:nvSpPr>
        <p:spPr>
          <a:xfrm>
            <a:off x="32133600" y="5857200"/>
            <a:ext cx="9643126" cy="10505579"/>
          </a:xfrm>
          <a:prstGeom prst="rect">
            <a:avLst/>
          </a:prstGeom>
          <a:solidFill>
            <a:schemeClr val="bg1"/>
          </a:solidFill>
          <a:ln w="12700" cap="flat" cmpd="sng" algn="ctr">
            <a:noFill/>
            <a:prstDash val="solid"/>
            <a:miter lim="800000"/>
          </a:ln>
          <a:effectLst/>
        </p:spPr>
        <p:txBody>
          <a:bodyPr rtlCol="0" anchor="ctr"/>
          <a:lstStyle/>
          <a:p>
            <a:pPr marL="0" marR="0" lvl="0" indent="0" algn="ctr" defTabSz="914309" eaLnBrk="1" fontAlgn="auto" latinLnBrk="0" hangingPunct="1">
              <a:lnSpc>
                <a:spcPct val="100000"/>
              </a:lnSpc>
              <a:spcBef>
                <a:spcPts val="0"/>
              </a:spcBef>
              <a:spcAft>
                <a:spcPts val="0"/>
              </a:spcAft>
              <a:buClrTx/>
              <a:buSzTx/>
              <a:buFontTx/>
              <a:buNone/>
              <a:tabLst/>
              <a:defRPr/>
            </a:pPr>
            <a:endParaRPr kumimoji="0" lang="en-US" sz="1431" b="0" i="0" u="none" strike="noStrike" kern="0" cap="none" spc="0" normalizeH="0" baseline="0" noProof="0" dirty="0">
              <a:ln>
                <a:noFill/>
              </a:ln>
              <a:solidFill>
                <a:srgbClr val="FFFFFF"/>
              </a:solidFill>
              <a:effectLst/>
              <a:uLnTx/>
              <a:uFillTx/>
              <a:latin typeface="Arial" panose="020B0604020202020204"/>
              <a:ea typeface="+mn-ea"/>
              <a:cs typeface="+mn-cs"/>
            </a:endParaRPr>
          </a:p>
        </p:txBody>
      </p:sp>
      <p:sp>
        <p:nvSpPr>
          <p:cNvPr id="39" name="Content Placeholder 38">
            <a:extLst>
              <a:ext uri="{FF2B5EF4-FFF2-40B4-BE49-F238E27FC236}">
                <a16:creationId xmlns:a16="http://schemas.microsoft.com/office/drawing/2014/main" id="{E3800366-A01C-4055-B3B8-37E3F51B2C3D}"/>
              </a:ext>
            </a:extLst>
          </p:cNvPr>
          <p:cNvSpPr>
            <a:spLocks noGrp="1"/>
          </p:cNvSpPr>
          <p:nvPr>
            <p:ph sz="quarter" idx="21" hasCustomPrompt="1"/>
          </p:nvPr>
        </p:nvSpPr>
        <p:spPr>
          <a:xfrm>
            <a:off x="32131986" y="5858717"/>
            <a:ext cx="9646252" cy="10503646"/>
          </a:xfrm>
          <a:prstGeom prst="rect">
            <a:avLst/>
          </a:prstGeom>
        </p:spPr>
        <p:txBody>
          <a:bodyPr/>
          <a:lstStyle>
            <a:lvl1pPr marL="0" marR="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sz="4000">
                <a:latin typeface="+mj-lt"/>
              </a:defRPr>
            </a:lvl1pPr>
          </a:lstStyle>
          <a:p>
            <a:pPr marL="0" marR="0" lvl="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a:pPr>
            <a:r>
              <a:rPr lang="en-US" dirty="0"/>
              <a:t>Click here to add text or choose graphic icon below</a:t>
            </a:r>
          </a:p>
        </p:txBody>
      </p:sp>
      <p:sp>
        <p:nvSpPr>
          <p:cNvPr id="13" name="Rectangle 12">
            <a:extLst>
              <a:ext uri="{FF2B5EF4-FFF2-40B4-BE49-F238E27FC236}">
                <a16:creationId xmlns:a16="http://schemas.microsoft.com/office/drawing/2014/main" id="{8DBB5D15-5B0D-4AD2-A799-ADC5BDBD177B}"/>
              </a:ext>
              <a:ext uri="{C183D7F6-B498-43B3-948B-1728B52AA6E4}">
                <adec:decorative xmlns:adec="http://schemas.microsoft.com/office/drawing/2017/decorative" val="1"/>
              </a:ext>
            </a:extLst>
          </p:cNvPr>
          <p:cNvSpPr/>
          <p:nvPr/>
        </p:nvSpPr>
        <p:spPr>
          <a:xfrm>
            <a:off x="32147841" y="17095791"/>
            <a:ext cx="4458885" cy="4883015"/>
          </a:xfrm>
          <a:prstGeom prst="rect">
            <a:avLst/>
          </a:prstGeom>
          <a:solidFill>
            <a:schemeClr val="bg1"/>
          </a:solidFill>
          <a:ln w="12700" cap="flat" cmpd="sng" algn="ctr">
            <a:noFill/>
            <a:prstDash val="solid"/>
            <a:miter lim="800000"/>
          </a:ln>
          <a:effectLst/>
        </p:spPr>
        <p:txBody>
          <a:bodyPr rtlCol="0" anchor="ctr"/>
          <a:lstStyle/>
          <a:p>
            <a:pPr marL="0" marR="0" lvl="0" indent="0" algn="ctr" defTabSz="914309" eaLnBrk="1" fontAlgn="auto" latinLnBrk="0" hangingPunct="1">
              <a:lnSpc>
                <a:spcPct val="100000"/>
              </a:lnSpc>
              <a:spcBef>
                <a:spcPts val="0"/>
              </a:spcBef>
              <a:spcAft>
                <a:spcPts val="0"/>
              </a:spcAft>
              <a:buClrTx/>
              <a:buSzTx/>
              <a:buFontTx/>
              <a:buNone/>
              <a:tabLst/>
              <a:defRPr/>
            </a:pPr>
            <a:endParaRPr kumimoji="0" lang="en-US" sz="1431" b="0" i="0" u="none" strike="noStrike" kern="0" cap="none" spc="0" normalizeH="0" baseline="0" noProof="0" dirty="0">
              <a:ln>
                <a:noFill/>
              </a:ln>
              <a:solidFill>
                <a:srgbClr val="FFFFFF"/>
              </a:solidFill>
              <a:effectLst/>
              <a:uLnTx/>
              <a:uFillTx/>
              <a:latin typeface="Arial" panose="020B0604020202020204"/>
              <a:ea typeface="+mn-ea"/>
              <a:cs typeface="+mn-cs"/>
            </a:endParaRPr>
          </a:p>
        </p:txBody>
      </p:sp>
      <p:sp>
        <p:nvSpPr>
          <p:cNvPr id="40" name="Content Placeholder 39">
            <a:extLst>
              <a:ext uri="{FF2B5EF4-FFF2-40B4-BE49-F238E27FC236}">
                <a16:creationId xmlns:a16="http://schemas.microsoft.com/office/drawing/2014/main" id="{E8B00910-BAB4-498C-B8BA-9E5D259C2CDD}"/>
              </a:ext>
            </a:extLst>
          </p:cNvPr>
          <p:cNvSpPr>
            <a:spLocks noGrp="1"/>
          </p:cNvSpPr>
          <p:nvPr>
            <p:ph sz="quarter" idx="22" hasCustomPrompt="1"/>
          </p:nvPr>
        </p:nvSpPr>
        <p:spPr>
          <a:xfrm>
            <a:off x="32147841" y="17095987"/>
            <a:ext cx="4460069" cy="4882951"/>
          </a:xfrm>
          <a:prstGeom prst="rect">
            <a:avLst/>
          </a:prstGeom>
        </p:spPr>
        <p:txBody>
          <a:bodyPr/>
          <a:lstStyle>
            <a:lvl1pPr marL="0" marR="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sz="3200">
                <a:latin typeface="+mj-lt"/>
              </a:defRPr>
            </a:lvl1pPr>
          </a:lstStyle>
          <a:p>
            <a:pPr marL="0" marR="0" lvl="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a:pPr>
            <a:r>
              <a:rPr lang="en-US" dirty="0"/>
              <a:t>Click here to add text or choose graphic icon below</a:t>
            </a:r>
          </a:p>
        </p:txBody>
      </p:sp>
      <p:sp>
        <p:nvSpPr>
          <p:cNvPr id="16" name="Rectangle 15">
            <a:extLst>
              <a:ext uri="{FF2B5EF4-FFF2-40B4-BE49-F238E27FC236}">
                <a16:creationId xmlns:a16="http://schemas.microsoft.com/office/drawing/2014/main" id="{BBD276F9-89C3-4113-840D-B73A8EC65C36}"/>
              </a:ext>
              <a:ext uri="{C183D7F6-B498-43B3-948B-1728B52AA6E4}">
                <adec:decorative xmlns:adec="http://schemas.microsoft.com/office/drawing/2017/decorative" val="1"/>
              </a:ext>
            </a:extLst>
          </p:cNvPr>
          <p:cNvSpPr/>
          <p:nvPr/>
        </p:nvSpPr>
        <p:spPr>
          <a:xfrm>
            <a:off x="37341983" y="17095792"/>
            <a:ext cx="4436255" cy="4883146"/>
          </a:xfrm>
          <a:prstGeom prst="rect">
            <a:avLst/>
          </a:prstGeom>
          <a:solidFill>
            <a:schemeClr val="bg1"/>
          </a:solidFill>
          <a:ln w="12700" cap="flat" cmpd="sng" algn="ctr">
            <a:noFill/>
            <a:prstDash val="solid"/>
            <a:miter lim="800000"/>
          </a:ln>
          <a:effectLst/>
        </p:spPr>
        <p:txBody>
          <a:bodyPr rtlCol="0" anchor="ctr"/>
          <a:lstStyle/>
          <a:p>
            <a:pPr marL="0" marR="0" lvl="0" indent="0" algn="ctr" defTabSz="914309" eaLnBrk="1" fontAlgn="auto" latinLnBrk="0" hangingPunct="1">
              <a:lnSpc>
                <a:spcPct val="100000"/>
              </a:lnSpc>
              <a:spcBef>
                <a:spcPts val="0"/>
              </a:spcBef>
              <a:spcAft>
                <a:spcPts val="0"/>
              </a:spcAft>
              <a:buClrTx/>
              <a:buSzTx/>
              <a:buFontTx/>
              <a:buNone/>
              <a:tabLst/>
              <a:defRPr/>
            </a:pPr>
            <a:endParaRPr kumimoji="0" lang="en-US" sz="1431" b="0" i="0" u="none" strike="noStrike" kern="0" cap="none" spc="0" normalizeH="0" baseline="0" noProof="0" dirty="0">
              <a:ln>
                <a:noFill/>
              </a:ln>
              <a:solidFill>
                <a:srgbClr val="FFFFFF"/>
              </a:solidFill>
              <a:effectLst/>
              <a:uLnTx/>
              <a:uFillTx/>
              <a:latin typeface="Arial" panose="020B0604020202020204"/>
              <a:ea typeface="+mn-ea"/>
              <a:cs typeface="+mn-cs"/>
            </a:endParaRPr>
          </a:p>
        </p:txBody>
      </p:sp>
      <p:sp>
        <p:nvSpPr>
          <p:cNvPr id="41" name="Content Placeholder 40">
            <a:extLst>
              <a:ext uri="{FF2B5EF4-FFF2-40B4-BE49-F238E27FC236}">
                <a16:creationId xmlns:a16="http://schemas.microsoft.com/office/drawing/2014/main" id="{13F1650C-45E1-44EE-9057-F0205C66164C}"/>
              </a:ext>
            </a:extLst>
          </p:cNvPr>
          <p:cNvSpPr>
            <a:spLocks noGrp="1"/>
          </p:cNvSpPr>
          <p:nvPr>
            <p:ph sz="quarter" idx="23" hasCustomPrompt="1"/>
          </p:nvPr>
        </p:nvSpPr>
        <p:spPr>
          <a:xfrm>
            <a:off x="37340799" y="17095987"/>
            <a:ext cx="4435927" cy="4883082"/>
          </a:xfrm>
          <a:prstGeom prst="rect">
            <a:avLst/>
          </a:prstGeom>
        </p:spPr>
        <p:txBody>
          <a:bodyPr/>
          <a:lstStyle>
            <a:lvl1pPr marL="0" marR="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sz="3200">
                <a:latin typeface="+mj-lt"/>
              </a:defRPr>
            </a:lvl1pPr>
          </a:lstStyle>
          <a:p>
            <a:pPr marL="0" marR="0" lvl="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a:pPr>
            <a:r>
              <a:rPr lang="en-US" dirty="0"/>
              <a:t>Click here to add text or choose graphic icon below</a:t>
            </a:r>
          </a:p>
        </p:txBody>
      </p:sp>
      <p:sp>
        <p:nvSpPr>
          <p:cNvPr id="14" name="Rectangle 13">
            <a:extLst>
              <a:ext uri="{FF2B5EF4-FFF2-40B4-BE49-F238E27FC236}">
                <a16:creationId xmlns:a16="http://schemas.microsoft.com/office/drawing/2014/main" id="{36E3DF8E-C4AE-42AE-9D54-DAF4F3D3BE66}"/>
              </a:ext>
              <a:ext uri="{C183D7F6-B498-43B3-948B-1728B52AA6E4}">
                <adec:decorative xmlns:adec="http://schemas.microsoft.com/office/drawing/2017/decorative" val="1"/>
              </a:ext>
            </a:extLst>
          </p:cNvPr>
          <p:cNvSpPr/>
          <p:nvPr/>
        </p:nvSpPr>
        <p:spPr>
          <a:xfrm>
            <a:off x="32147841" y="22713183"/>
            <a:ext cx="4458885" cy="4881600"/>
          </a:xfrm>
          <a:prstGeom prst="rect">
            <a:avLst/>
          </a:prstGeom>
          <a:solidFill>
            <a:schemeClr val="bg1"/>
          </a:solidFill>
          <a:ln w="12700" cap="flat" cmpd="sng" algn="ctr">
            <a:noFill/>
            <a:prstDash val="solid"/>
            <a:miter lim="800000"/>
          </a:ln>
          <a:effectLst/>
        </p:spPr>
        <p:txBody>
          <a:bodyPr rtlCol="0" anchor="ctr"/>
          <a:lstStyle/>
          <a:p>
            <a:pPr marL="0" marR="0" lvl="0" indent="0" algn="ctr" defTabSz="914309" eaLnBrk="1" fontAlgn="auto" latinLnBrk="0" hangingPunct="1">
              <a:lnSpc>
                <a:spcPct val="100000"/>
              </a:lnSpc>
              <a:spcBef>
                <a:spcPts val="0"/>
              </a:spcBef>
              <a:spcAft>
                <a:spcPts val="0"/>
              </a:spcAft>
              <a:buClrTx/>
              <a:buSzTx/>
              <a:buFontTx/>
              <a:buNone/>
              <a:tabLst/>
              <a:defRPr/>
            </a:pPr>
            <a:endParaRPr kumimoji="0" lang="en-US" sz="1431" b="0" i="0" u="none" strike="noStrike" kern="0" cap="none" spc="0" normalizeH="0" baseline="0" noProof="0" dirty="0">
              <a:ln>
                <a:noFill/>
              </a:ln>
              <a:solidFill>
                <a:srgbClr val="FFFFFF"/>
              </a:solidFill>
              <a:effectLst/>
              <a:uLnTx/>
              <a:uFillTx/>
              <a:latin typeface="Arial" panose="020B0604020202020204"/>
              <a:ea typeface="+mn-ea"/>
              <a:cs typeface="+mn-cs"/>
            </a:endParaRPr>
          </a:p>
        </p:txBody>
      </p:sp>
      <p:sp>
        <p:nvSpPr>
          <p:cNvPr id="42" name="Content Placeholder 41">
            <a:extLst>
              <a:ext uri="{FF2B5EF4-FFF2-40B4-BE49-F238E27FC236}">
                <a16:creationId xmlns:a16="http://schemas.microsoft.com/office/drawing/2014/main" id="{C8755E73-48C4-4B30-AEC3-CF06E9993461}"/>
              </a:ext>
            </a:extLst>
          </p:cNvPr>
          <p:cNvSpPr>
            <a:spLocks noGrp="1"/>
          </p:cNvSpPr>
          <p:nvPr>
            <p:ph sz="quarter" idx="24" hasCustomPrompt="1"/>
          </p:nvPr>
        </p:nvSpPr>
        <p:spPr>
          <a:xfrm>
            <a:off x="32147841" y="22713183"/>
            <a:ext cx="4460069" cy="4881600"/>
          </a:xfrm>
          <a:prstGeom prst="rect">
            <a:avLst/>
          </a:prstGeom>
        </p:spPr>
        <p:txBody>
          <a:bodyPr/>
          <a:lstStyle>
            <a:lvl1pPr marL="0" marR="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sz="3200">
                <a:latin typeface="+mj-lt"/>
              </a:defRPr>
            </a:lvl1pPr>
          </a:lstStyle>
          <a:p>
            <a:pPr marL="0" marR="0" lvl="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a:pPr>
            <a:r>
              <a:rPr lang="en-US" dirty="0"/>
              <a:t>Click here to add text or choose graphic icon below</a:t>
            </a:r>
          </a:p>
        </p:txBody>
      </p:sp>
      <p:sp>
        <p:nvSpPr>
          <p:cNvPr id="15" name="Rectangle 14">
            <a:extLst>
              <a:ext uri="{FF2B5EF4-FFF2-40B4-BE49-F238E27FC236}">
                <a16:creationId xmlns:a16="http://schemas.microsoft.com/office/drawing/2014/main" id="{E6861DA8-30DB-48AE-B570-F97069B994CF}"/>
              </a:ext>
              <a:ext uri="{C183D7F6-B498-43B3-948B-1728B52AA6E4}">
                <adec:decorative xmlns:adec="http://schemas.microsoft.com/office/drawing/2017/decorative" val="1"/>
              </a:ext>
            </a:extLst>
          </p:cNvPr>
          <p:cNvSpPr/>
          <p:nvPr/>
        </p:nvSpPr>
        <p:spPr>
          <a:xfrm>
            <a:off x="37341983" y="22713183"/>
            <a:ext cx="4434743" cy="4881600"/>
          </a:xfrm>
          <a:prstGeom prst="rect">
            <a:avLst/>
          </a:prstGeom>
          <a:solidFill>
            <a:schemeClr val="bg1"/>
          </a:solidFill>
          <a:ln w="12700" cap="flat" cmpd="sng" algn="ctr">
            <a:noFill/>
            <a:prstDash val="solid"/>
            <a:miter lim="800000"/>
          </a:ln>
          <a:effectLst/>
        </p:spPr>
        <p:txBody>
          <a:bodyPr rtlCol="0" anchor="ctr"/>
          <a:lstStyle/>
          <a:p>
            <a:pPr marL="0" marR="0" lvl="0" indent="0" algn="ctr" defTabSz="914309" eaLnBrk="1" fontAlgn="auto" latinLnBrk="0" hangingPunct="1">
              <a:lnSpc>
                <a:spcPct val="100000"/>
              </a:lnSpc>
              <a:spcBef>
                <a:spcPts val="0"/>
              </a:spcBef>
              <a:spcAft>
                <a:spcPts val="0"/>
              </a:spcAft>
              <a:buClrTx/>
              <a:buSzTx/>
              <a:buFontTx/>
              <a:buNone/>
              <a:tabLst/>
              <a:defRPr/>
            </a:pPr>
            <a:endParaRPr kumimoji="0" lang="en-US" sz="1431" b="0" i="0" u="none" strike="noStrike" kern="0" cap="none" spc="0" normalizeH="0" baseline="0" noProof="0" dirty="0">
              <a:ln>
                <a:noFill/>
              </a:ln>
              <a:solidFill>
                <a:srgbClr val="FFFFFF"/>
              </a:solidFill>
              <a:effectLst/>
              <a:uLnTx/>
              <a:uFillTx/>
              <a:latin typeface="Arial" panose="020B0604020202020204"/>
              <a:ea typeface="+mn-ea"/>
              <a:cs typeface="+mn-cs"/>
            </a:endParaRPr>
          </a:p>
        </p:txBody>
      </p:sp>
      <p:sp>
        <p:nvSpPr>
          <p:cNvPr id="43" name="Content Placeholder 42">
            <a:extLst>
              <a:ext uri="{FF2B5EF4-FFF2-40B4-BE49-F238E27FC236}">
                <a16:creationId xmlns:a16="http://schemas.microsoft.com/office/drawing/2014/main" id="{63D3E744-6C56-4C5F-88D6-4844FC847B5A}"/>
              </a:ext>
            </a:extLst>
          </p:cNvPr>
          <p:cNvSpPr>
            <a:spLocks noGrp="1"/>
          </p:cNvSpPr>
          <p:nvPr>
            <p:ph sz="quarter" idx="25" hasCustomPrompt="1"/>
          </p:nvPr>
        </p:nvSpPr>
        <p:spPr>
          <a:xfrm>
            <a:off x="37340800" y="22713183"/>
            <a:ext cx="4435926" cy="4881600"/>
          </a:xfrm>
          <a:prstGeom prst="rect">
            <a:avLst/>
          </a:prstGeom>
        </p:spPr>
        <p:txBody>
          <a:bodyPr/>
          <a:lstStyle>
            <a:lvl1pPr marL="0" marR="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sz="3200">
                <a:latin typeface="+mj-lt"/>
              </a:defRPr>
            </a:lvl1pPr>
          </a:lstStyle>
          <a:p>
            <a:pPr marL="0" marR="0" lvl="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a:pPr>
            <a:r>
              <a:rPr lang="en-US" dirty="0"/>
              <a:t>Click here to add text or choose graphic icon below</a:t>
            </a:r>
          </a:p>
        </p:txBody>
      </p:sp>
      <p:sp>
        <p:nvSpPr>
          <p:cNvPr id="20" name="Text Placeholder 19"/>
          <p:cNvSpPr>
            <a:spLocks noGrp="1"/>
          </p:cNvSpPr>
          <p:nvPr>
            <p:ph type="body" sz="quarter" idx="13" hasCustomPrompt="1"/>
          </p:nvPr>
        </p:nvSpPr>
        <p:spPr>
          <a:xfrm>
            <a:off x="1058784" y="28641677"/>
            <a:ext cx="12419679" cy="1238250"/>
          </a:xfrm>
          <a:prstGeom prst="rect">
            <a:avLst/>
          </a:prstGeom>
        </p:spPr>
        <p:txBody>
          <a:bodyPr>
            <a:normAutofit/>
          </a:bodyPr>
          <a:lstStyle>
            <a:lvl1pPr marL="0" indent="0">
              <a:buNone/>
              <a:defRPr sz="2800" baseline="0">
                <a:solidFill>
                  <a:schemeClr val="tx1"/>
                </a:solidFill>
              </a:defRPr>
            </a:lvl1pPr>
          </a:lstStyle>
          <a:p>
            <a:pPr lvl="0"/>
            <a:r>
              <a:rPr lang="en-US" dirty="0"/>
              <a:t>Add contact details here</a:t>
            </a:r>
            <a:endParaRPr lang="en-GB" dirty="0"/>
          </a:p>
        </p:txBody>
      </p:sp>
      <p:sp>
        <p:nvSpPr>
          <p:cNvPr id="18" name="Text Placeholder 17"/>
          <p:cNvSpPr>
            <a:spLocks noGrp="1"/>
          </p:cNvSpPr>
          <p:nvPr>
            <p:ph type="body" sz="quarter" idx="12" hasCustomPrompt="1"/>
          </p:nvPr>
        </p:nvSpPr>
        <p:spPr>
          <a:xfrm>
            <a:off x="29642776" y="28641677"/>
            <a:ext cx="12133950" cy="1238250"/>
          </a:xfrm>
          <a:prstGeom prst="rect">
            <a:avLst/>
          </a:prstGeom>
        </p:spPr>
        <p:txBody>
          <a:bodyPr>
            <a:normAutofit/>
          </a:bodyPr>
          <a:lstStyle>
            <a:lvl1pPr marL="0" indent="0" algn="r">
              <a:buNone/>
              <a:defRPr sz="2800" baseline="0">
                <a:solidFill>
                  <a:schemeClr val="tx1"/>
                </a:solidFill>
              </a:defRPr>
            </a:lvl1pPr>
          </a:lstStyle>
          <a:p>
            <a:pPr lvl="0"/>
            <a:r>
              <a:rPr lang="en-US" dirty="0"/>
              <a:t>Add collaborator logos here</a:t>
            </a:r>
          </a:p>
        </p:txBody>
      </p:sp>
    </p:spTree>
    <p:extLst>
      <p:ext uri="{BB962C8B-B14F-4D97-AF65-F5344CB8AC3E}">
        <p14:creationId xmlns:p14="http://schemas.microsoft.com/office/powerpoint/2010/main" val="3053160052"/>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4" pos="19785">
          <p15:clr>
            <a:srgbClr val="FBAE40"/>
          </p15:clr>
        </p15:guide>
        <p15:guide id="15" pos="12074">
          <p15:clr>
            <a:srgbClr val="FBAE40"/>
          </p15:clr>
        </p15:guide>
        <p15:guide id="21" pos="11621">
          <p15:clr>
            <a:srgbClr val="FBAE40"/>
          </p15:clr>
        </p15:guide>
        <p15:guide id="23" pos="20239">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UCL Colour Palette">
    <p:spTree>
      <p:nvGrpSpPr>
        <p:cNvPr id="1" name=""/>
        <p:cNvGrpSpPr/>
        <p:nvPr/>
      </p:nvGrpSpPr>
      <p:grpSpPr>
        <a:xfrm>
          <a:off x="0" y="0"/>
          <a:ext cx="0" cy="0"/>
          <a:chOff x="0" y="0"/>
          <a:chExt cx="0" cy="0"/>
        </a:xfrm>
      </p:grpSpPr>
    </p:spTree>
    <p:extLst>
      <p:ext uri="{BB962C8B-B14F-4D97-AF65-F5344CB8AC3E}">
        <p14:creationId xmlns:p14="http://schemas.microsoft.com/office/powerpoint/2010/main" val="2846096221"/>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6" pos="667">
          <p15:clr>
            <a:srgbClr val="FBAE40"/>
          </p15:clr>
        </p15:guide>
        <p15:guide id="7" pos="26294">
          <p15:clr>
            <a:srgbClr val="FBAE40"/>
          </p15:clr>
        </p15:guide>
        <p15:guide id="8" orient="horz" pos="17361">
          <p15:clr>
            <a:srgbClr val="FBAE40"/>
          </p15:clr>
        </p15:guide>
        <p15:guide id="9" orient="horz" pos="3689">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hyperlink" Target="https://www.ucl.ac.uk/library/ucl-copyright-advice" TargetMode="Externa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image" Target="../media/image1.emf"/><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hyperlink" Target="https://www.ucl.ac.uk/cam/brand" TargetMode="Externa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hyperlink" Target="https://preview.tinyurl.com/UCL-GDPR" TargetMode="Externa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p:cNvSpPr/>
          <p:nvPr/>
        </p:nvSpPr>
        <p:spPr>
          <a:xfrm>
            <a:off x="0" y="28289756"/>
            <a:ext cx="42800589" cy="2037393"/>
          </a:xfrm>
          <a:prstGeom prst="rect">
            <a:avLst/>
          </a:prstGeom>
          <a:solidFill>
            <a:srgbClr val="52C1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32" dirty="0"/>
          </a:p>
        </p:txBody>
      </p:sp>
      <p:sp>
        <p:nvSpPr>
          <p:cNvPr id="5" name="Rounded Rectangle 4">
            <a:extLst>
              <a:ext uri="{FF2B5EF4-FFF2-40B4-BE49-F238E27FC236}">
                <a16:creationId xmlns:a16="http://schemas.microsoft.com/office/drawing/2014/main" id="{002E5FBB-FB53-4B43-925B-1900D8F85C2B}"/>
              </a:ext>
              <a:ext uri="{C183D7F6-B498-43B3-948B-1728B52AA6E4}">
                <adec:decorative xmlns:adec="http://schemas.microsoft.com/office/drawing/2017/decorative" val="1"/>
              </a:ext>
            </a:extLst>
          </p:cNvPr>
          <p:cNvSpPr/>
          <p:nvPr/>
        </p:nvSpPr>
        <p:spPr>
          <a:xfrm>
            <a:off x="-10971985" y="1"/>
            <a:ext cx="10509339" cy="30275213"/>
          </a:xfrm>
          <a:prstGeom prst="roundRect">
            <a:avLst/>
          </a:prstGeom>
          <a:solidFill>
            <a:srgbClr val="F6F6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dirty="0">
              <a:solidFill>
                <a:schemeClr val="tx1"/>
              </a:solidFill>
            </a:endParaRPr>
          </a:p>
        </p:txBody>
      </p:sp>
      <p:sp>
        <p:nvSpPr>
          <p:cNvPr id="11" name="TextBox 10">
            <a:extLst>
              <a:ext uri="{FF2B5EF4-FFF2-40B4-BE49-F238E27FC236}">
                <a16:creationId xmlns:a16="http://schemas.microsoft.com/office/drawing/2014/main" id="{460486A7-30C0-4771-A900-AAFFEAE1146C}"/>
              </a:ext>
            </a:extLst>
          </p:cNvPr>
          <p:cNvSpPr txBox="1"/>
          <p:nvPr/>
        </p:nvSpPr>
        <p:spPr>
          <a:xfrm>
            <a:off x="-7205754" y="889794"/>
            <a:ext cx="3542958" cy="833172"/>
          </a:xfrm>
          <a:prstGeom prst="rect">
            <a:avLst/>
          </a:prstGeom>
          <a:noFill/>
        </p:spPr>
        <p:txBody>
          <a:bodyPr wrap="none" tIns="46797" bIns="46797" rtlCol="0">
            <a:spAutoFit/>
          </a:bodyPr>
          <a:lstStyle/>
          <a:p>
            <a:r>
              <a:rPr lang="en-GB" sz="4800" b="1" dirty="0">
                <a:latin typeface="+mj-lt"/>
              </a:rPr>
              <a:t>Guidelines:</a:t>
            </a:r>
          </a:p>
        </p:txBody>
      </p:sp>
      <p:sp>
        <p:nvSpPr>
          <p:cNvPr id="17" name="TextBox 16">
            <a:extLst>
              <a:ext uri="{FF2B5EF4-FFF2-40B4-BE49-F238E27FC236}">
                <a16:creationId xmlns:a16="http://schemas.microsoft.com/office/drawing/2014/main" id="{AAE1DDCA-E69D-4D9F-9870-6F8562E2A2F8}"/>
              </a:ext>
              <a:ext uri="{C183D7F6-B498-43B3-948B-1728B52AA6E4}">
                <adec:decorative xmlns:adec="http://schemas.microsoft.com/office/drawing/2017/decorative" val="0"/>
              </a:ext>
            </a:extLst>
          </p:cNvPr>
          <p:cNvSpPr txBox="1"/>
          <p:nvPr/>
        </p:nvSpPr>
        <p:spPr>
          <a:xfrm>
            <a:off x="-10666950" y="2215296"/>
            <a:ext cx="9899266" cy="22146699"/>
          </a:xfrm>
          <a:prstGeom prst="rect">
            <a:avLst/>
          </a:prstGeom>
          <a:noFill/>
        </p:spPr>
        <p:txBody>
          <a:bodyPr wrap="square" tIns="46797" bIns="46797" rtlCol="0">
            <a:spAutoFit/>
          </a:bodyPr>
          <a:lstStyle/>
          <a:p>
            <a:pPr marL="0" indent="0" algn="l" defTabSz="457154" rtl="0" eaLnBrk="1" latinLnBrk="0" hangingPunct="1">
              <a:spcAft>
                <a:spcPts val="1200"/>
              </a:spcAft>
              <a:buFont typeface="Arial" panose="020B0604020202020204" pitchFamily="34" charset="0"/>
              <a:buNone/>
            </a:pPr>
            <a:r>
              <a:rPr lang="en-GB" sz="3600" b="1" kern="1200" dirty="0">
                <a:solidFill>
                  <a:schemeClr val="tx1"/>
                </a:solidFill>
                <a:latin typeface="+mj-lt"/>
                <a:ea typeface="+mn-ea"/>
                <a:cs typeface="+mn-cs"/>
              </a:rPr>
              <a:t>UCL Banner </a:t>
            </a:r>
          </a:p>
          <a:p>
            <a:pPr marL="457154" indent="-457154" algn="l" defTabSz="457154" rtl="0" eaLnBrk="1" latinLnBrk="0" hangingPunct="1">
              <a:lnSpc>
                <a:spcPct val="100000"/>
              </a:lnSpc>
              <a:spcAft>
                <a:spcPts val="1800"/>
              </a:spcAft>
              <a:buFont typeface="Arial" panose="020B0604020202020204" pitchFamily="34" charset="0"/>
              <a:buChar char="•"/>
            </a:pPr>
            <a:r>
              <a:rPr lang="en-GB" sz="3200" kern="1200" dirty="0">
                <a:solidFill>
                  <a:schemeClr val="tx1"/>
                </a:solidFill>
                <a:latin typeface="+mn-lt"/>
                <a:ea typeface="+mn-ea"/>
                <a:cs typeface="+mn-cs"/>
              </a:rPr>
              <a:t>The colour and format should not be altered.</a:t>
            </a:r>
          </a:p>
          <a:p>
            <a:pPr marL="457154" indent="-457154" algn="l" defTabSz="457154" rtl="0" eaLnBrk="1" latinLnBrk="0" hangingPunct="1">
              <a:lnSpc>
                <a:spcPct val="100000"/>
              </a:lnSpc>
              <a:spcAft>
                <a:spcPts val="1800"/>
              </a:spcAft>
              <a:buFont typeface="Arial" panose="020B0604020202020204" pitchFamily="34" charset="0"/>
              <a:buChar char="•"/>
            </a:pPr>
            <a:r>
              <a:rPr lang="en-GB" sz="3200" kern="1200" dirty="0">
                <a:solidFill>
                  <a:schemeClr val="tx1"/>
                </a:solidFill>
                <a:latin typeface="+mn-lt"/>
                <a:ea typeface="+mn-ea"/>
                <a:cs typeface="+mn-cs"/>
              </a:rPr>
              <a:t>Do not place other images or logos on the banner.</a:t>
            </a:r>
          </a:p>
          <a:p>
            <a:pPr marL="457154" indent="-457154" algn="l" defTabSz="457154" rtl="0" eaLnBrk="1" latinLnBrk="0" hangingPunct="1">
              <a:lnSpc>
                <a:spcPct val="100000"/>
              </a:lnSpc>
              <a:spcAft>
                <a:spcPts val="1800"/>
              </a:spcAft>
              <a:buFont typeface="Arial" panose="020B0604020202020204" pitchFamily="34" charset="0"/>
              <a:buChar char="•"/>
            </a:pPr>
            <a:r>
              <a:rPr lang="en-GB" sz="3200" kern="1200" dirty="0">
                <a:solidFill>
                  <a:schemeClr val="tx1"/>
                </a:solidFill>
                <a:latin typeface="+mn-lt"/>
                <a:ea typeface="+mn-ea"/>
                <a:cs typeface="+mn-cs"/>
              </a:rPr>
              <a:t>Title text should be left aligned unless a poster number is added.</a:t>
            </a:r>
          </a:p>
          <a:p>
            <a:pPr marL="0" indent="0">
              <a:buFontTx/>
              <a:buNone/>
            </a:pPr>
            <a:endParaRPr lang="en-GB" sz="3200" b="0" dirty="0"/>
          </a:p>
          <a:p>
            <a:pPr marL="0" indent="0" algn="l" defTabSz="457154" rtl="0" eaLnBrk="1" latinLnBrk="0" hangingPunct="1">
              <a:spcAft>
                <a:spcPts val="1200"/>
              </a:spcAft>
              <a:buFont typeface="Arial" panose="020B0604020202020204" pitchFamily="34" charset="0"/>
              <a:buNone/>
            </a:pPr>
            <a:r>
              <a:rPr lang="en-GB" sz="3600" b="1" kern="1200" dirty="0">
                <a:solidFill>
                  <a:schemeClr val="tx1"/>
                </a:solidFill>
                <a:latin typeface="+mj-lt"/>
                <a:ea typeface="+mn-ea"/>
                <a:cs typeface="+mn-cs"/>
              </a:rPr>
              <a:t>Layout</a:t>
            </a:r>
          </a:p>
          <a:p>
            <a:pPr marL="457154" indent="-457154" algn="l" defTabSz="457154" rtl="0" eaLnBrk="1" latinLnBrk="0" hangingPunct="1">
              <a:lnSpc>
                <a:spcPct val="100000"/>
              </a:lnSpc>
              <a:spcAft>
                <a:spcPts val="1800"/>
              </a:spcAft>
              <a:buFont typeface="Arial" panose="020B0604020202020204" pitchFamily="34" charset="0"/>
              <a:buChar char="•"/>
            </a:pPr>
            <a:r>
              <a:rPr lang="en-GB" sz="3200" kern="1200" dirty="0">
                <a:solidFill>
                  <a:schemeClr val="tx1"/>
                </a:solidFill>
                <a:latin typeface="+mn-lt"/>
                <a:ea typeface="+mn-ea"/>
                <a:cs typeface="+mn-cs"/>
              </a:rPr>
              <a:t>This should be visually appealing and easy to follow. Be consistent.</a:t>
            </a:r>
          </a:p>
          <a:p>
            <a:pPr marL="457154" indent="-457154" algn="l" defTabSz="457154" rtl="0" eaLnBrk="1" latinLnBrk="0" hangingPunct="1">
              <a:lnSpc>
                <a:spcPct val="100000"/>
              </a:lnSpc>
              <a:spcAft>
                <a:spcPts val="1800"/>
              </a:spcAft>
              <a:buFont typeface="Arial" panose="020B0604020202020204" pitchFamily="34" charset="0"/>
              <a:buChar char="•"/>
            </a:pPr>
            <a:r>
              <a:rPr lang="en-GB" sz="3200" kern="1200" dirty="0">
                <a:solidFill>
                  <a:schemeClr val="tx1"/>
                </a:solidFill>
                <a:latin typeface="+mn-lt"/>
                <a:ea typeface="+mn-ea"/>
                <a:cs typeface="+mn-cs"/>
              </a:rPr>
              <a:t>Choose one slide layout and delete the rest of the slides. Adjust background boxes via the slide master view if required – see under view menu.</a:t>
            </a:r>
          </a:p>
          <a:p>
            <a:pPr marL="457154" indent="-457154" algn="l" defTabSz="457154" rtl="0" eaLnBrk="1" latinLnBrk="0" hangingPunct="1">
              <a:lnSpc>
                <a:spcPct val="100000"/>
              </a:lnSpc>
              <a:spcAft>
                <a:spcPts val="1800"/>
              </a:spcAft>
              <a:buFont typeface="Arial" panose="020B0604020202020204" pitchFamily="34" charset="0"/>
              <a:buChar char="•"/>
            </a:pPr>
            <a:r>
              <a:rPr lang="en-GB" sz="3200" kern="1200" dirty="0">
                <a:solidFill>
                  <a:schemeClr val="tx1"/>
                </a:solidFill>
                <a:latin typeface="+mn-lt"/>
                <a:ea typeface="+mn-ea"/>
                <a:cs typeface="+mn-cs"/>
              </a:rPr>
              <a:t>Ensure that the guides are turned on – see under view menu.</a:t>
            </a:r>
          </a:p>
          <a:p>
            <a:pPr marL="457154" indent="-457154" algn="l" defTabSz="457154" rtl="0" eaLnBrk="1" latinLnBrk="0" hangingPunct="1">
              <a:lnSpc>
                <a:spcPct val="100000"/>
              </a:lnSpc>
              <a:spcAft>
                <a:spcPts val="1800"/>
              </a:spcAft>
              <a:buFont typeface="Arial" panose="020B0604020202020204" pitchFamily="34" charset="0"/>
              <a:buChar char="•"/>
            </a:pPr>
            <a:r>
              <a:rPr lang="en-GB" sz="3200" kern="1200" dirty="0">
                <a:solidFill>
                  <a:schemeClr val="tx1"/>
                </a:solidFill>
                <a:latin typeface="+mn-lt"/>
                <a:ea typeface="+mn-ea"/>
                <a:cs typeface="+mn-cs"/>
              </a:rPr>
              <a:t>Keep within the margin guidelines at the edge to help visibility and avoid the risk of content being trimmed off. </a:t>
            </a:r>
          </a:p>
          <a:p>
            <a:pPr marL="0" indent="0">
              <a:buFontTx/>
              <a:buNone/>
            </a:pPr>
            <a:endParaRPr lang="en-GB" sz="3200" b="1" dirty="0"/>
          </a:p>
          <a:p>
            <a:pPr marL="0" indent="0" algn="l" defTabSz="457154" rtl="0" eaLnBrk="1" latinLnBrk="0" hangingPunct="1">
              <a:spcAft>
                <a:spcPts val="1200"/>
              </a:spcAft>
              <a:buFont typeface="Arial" panose="020B0604020202020204" pitchFamily="34" charset="0"/>
              <a:buNone/>
            </a:pPr>
            <a:r>
              <a:rPr lang="en-GB" sz="3600" b="1" kern="1200" dirty="0">
                <a:solidFill>
                  <a:schemeClr val="tx1"/>
                </a:solidFill>
                <a:latin typeface="+mj-lt"/>
                <a:ea typeface="+mn-ea"/>
                <a:cs typeface="+mn-cs"/>
              </a:rPr>
              <a:t>Text</a:t>
            </a:r>
            <a:r>
              <a:rPr lang="en-GB" sz="3600" b="1" kern="1200" dirty="0">
                <a:solidFill>
                  <a:schemeClr val="tx1"/>
                </a:solidFill>
                <a:latin typeface="+mn-lt"/>
                <a:ea typeface="+mn-ea"/>
                <a:cs typeface="+mn-cs"/>
              </a:rPr>
              <a:t> </a:t>
            </a:r>
          </a:p>
          <a:p>
            <a:pPr marL="457154" indent="-457154" algn="l" defTabSz="457154" rtl="0" eaLnBrk="1" latinLnBrk="0" hangingPunct="1">
              <a:lnSpc>
                <a:spcPct val="100000"/>
              </a:lnSpc>
              <a:spcAft>
                <a:spcPts val="1800"/>
              </a:spcAft>
              <a:buFont typeface="Arial" panose="020B0604020202020204" pitchFamily="34" charset="0"/>
              <a:buChar char="•"/>
            </a:pPr>
            <a:r>
              <a:rPr lang="en-GB" sz="3200" kern="1200" dirty="0">
                <a:solidFill>
                  <a:schemeClr val="tx1"/>
                </a:solidFill>
                <a:latin typeface="+mn-lt"/>
                <a:ea typeface="+mn-ea"/>
                <a:cs typeface="+mn-cs"/>
              </a:rPr>
              <a:t>Aim for 300-600 words that are concise and straight to the point.</a:t>
            </a:r>
          </a:p>
          <a:p>
            <a:pPr marL="457154" indent="-457154" algn="l" defTabSz="457154" rtl="0" eaLnBrk="1" latinLnBrk="0" hangingPunct="1">
              <a:lnSpc>
                <a:spcPct val="100000"/>
              </a:lnSpc>
              <a:spcAft>
                <a:spcPts val="1800"/>
              </a:spcAft>
              <a:buFont typeface="Arial" panose="020B0604020202020204" pitchFamily="34" charset="0"/>
              <a:buChar char="•"/>
            </a:pPr>
            <a:r>
              <a:rPr lang="en-GB" sz="3200" kern="1200" dirty="0">
                <a:solidFill>
                  <a:schemeClr val="tx1"/>
                </a:solidFill>
                <a:latin typeface="+mn-lt"/>
                <a:ea typeface="+mn-ea"/>
                <a:cs typeface="+mn-cs"/>
              </a:rPr>
              <a:t>Avoid font sizes below 24pt except for captions.</a:t>
            </a:r>
          </a:p>
          <a:p>
            <a:pPr marL="457154" indent="-457154" algn="l" defTabSz="457154" rtl="0" eaLnBrk="1" latinLnBrk="0" hangingPunct="1">
              <a:lnSpc>
                <a:spcPct val="100000"/>
              </a:lnSpc>
              <a:spcAft>
                <a:spcPts val="1800"/>
              </a:spcAft>
              <a:buFont typeface="Arial" panose="020B0604020202020204" pitchFamily="34" charset="0"/>
              <a:buChar char="•"/>
            </a:pPr>
            <a:r>
              <a:rPr lang="en-GB" sz="3200" kern="1200" dirty="0">
                <a:solidFill>
                  <a:schemeClr val="tx1"/>
                </a:solidFill>
                <a:latin typeface="+mn-lt"/>
                <a:ea typeface="+mn-ea"/>
                <a:cs typeface="+mn-cs"/>
              </a:rPr>
              <a:t>Use a maximum of two fonts (the official UCL fonts are Arial or Helvetica, with Garamond as an additional font in the body text).</a:t>
            </a:r>
          </a:p>
          <a:p>
            <a:pPr marL="457154" indent="-457154" algn="l" defTabSz="457154" rtl="0" eaLnBrk="1" latinLnBrk="0" hangingPunct="1">
              <a:lnSpc>
                <a:spcPct val="100000"/>
              </a:lnSpc>
              <a:spcAft>
                <a:spcPts val="1800"/>
              </a:spcAft>
              <a:buFont typeface="Arial" panose="020B0604020202020204" pitchFamily="34" charset="0"/>
              <a:buChar char="•"/>
            </a:pPr>
            <a:r>
              <a:rPr lang="en-GB" sz="3200" kern="1200" dirty="0">
                <a:solidFill>
                  <a:schemeClr val="tx1"/>
                </a:solidFill>
                <a:latin typeface="+mn-lt"/>
                <a:ea typeface="+mn-ea"/>
                <a:cs typeface="+mn-cs"/>
              </a:rPr>
              <a:t>Use bullet points to break up large areas of text.</a:t>
            </a:r>
          </a:p>
          <a:p>
            <a:pPr marL="457154" indent="-457154" algn="l" defTabSz="457154" rtl="0" eaLnBrk="1" latinLnBrk="0" hangingPunct="1">
              <a:lnSpc>
                <a:spcPct val="100000"/>
              </a:lnSpc>
              <a:spcAft>
                <a:spcPts val="1800"/>
              </a:spcAft>
              <a:buFont typeface="Arial" panose="020B0604020202020204" pitchFamily="34" charset="0"/>
              <a:buChar char="•"/>
            </a:pPr>
            <a:r>
              <a:rPr lang="en-GB" sz="3200" kern="1200" dirty="0">
                <a:solidFill>
                  <a:schemeClr val="tx1"/>
                </a:solidFill>
                <a:latin typeface="+mn-lt"/>
                <a:ea typeface="+mn-ea"/>
                <a:cs typeface="+mn-cs"/>
              </a:rPr>
              <a:t>Left justified text is easier to read than fully justified.</a:t>
            </a:r>
          </a:p>
          <a:p>
            <a:pPr marL="457154" indent="-457154" algn="l" defTabSz="457154" rtl="0" eaLnBrk="1" latinLnBrk="0" hangingPunct="1">
              <a:lnSpc>
                <a:spcPct val="100000"/>
              </a:lnSpc>
              <a:spcAft>
                <a:spcPts val="1800"/>
              </a:spcAft>
              <a:buFont typeface="Arial" panose="020B0604020202020204" pitchFamily="34" charset="0"/>
              <a:buChar char="•"/>
            </a:pPr>
            <a:r>
              <a:rPr lang="en-GB" sz="3200" kern="1200" dirty="0">
                <a:solidFill>
                  <a:schemeClr val="tx1"/>
                </a:solidFill>
                <a:latin typeface="+mn-lt"/>
                <a:ea typeface="+mn-ea"/>
                <a:cs typeface="+mn-cs"/>
              </a:rPr>
              <a:t>Set headings in bold.</a:t>
            </a:r>
          </a:p>
          <a:p>
            <a:pPr>
              <a:buFontTx/>
              <a:buNone/>
            </a:pPr>
            <a:endParaRPr lang="en-GB" sz="3200" b="1" dirty="0"/>
          </a:p>
          <a:p>
            <a:pPr marL="0" indent="0" algn="l" defTabSz="457154" rtl="0" eaLnBrk="1" latinLnBrk="0" hangingPunct="1">
              <a:spcAft>
                <a:spcPts val="1200"/>
              </a:spcAft>
              <a:buFont typeface="Arial" panose="020B0604020202020204" pitchFamily="34" charset="0"/>
              <a:buNone/>
            </a:pPr>
            <a:r>
              <a:rPr lang="en-GB" sz="3600" b="1" kern="1200" dirty="0">
                <a:solidFill>
                  <a:schemeClr val="tx1"/>
                </a:solidFill>
                <a:latin typeface="+mj-lt"/>
                <a:ea typeface="+mn-ea"/>
                <a:cs typeface="+mn-cs"/>
              </a:rPr>
              <a:t>Graphs, Images and Tables</a:t>
            </a:r>
          </a:p>
          <a:p>
            <a:pPr marL="457154" indent="-457154" algn="l" defTabSz="457154" rtl="0" eaLnBrk="1" latinLnBrk="0" hangingPunct="1">
              <a:lnSpc>
                <a:spcPct val="100000"/>
              </a:lnSpc>
              <a:spcAft>
                <a:spcPts val="1800"/>
              </a:spcAft>
              <a:buFont typeface="Arial" panose="020B0604020202020204" pitchFamily="34" charset="0"/>
              <a:buChar char="•"/>
            </a:pPr>
            <a:r>
              <a:rPr lang="en-GB" sz="3200" kern="1200" dirty="0">
                <a:solidFill>
                  <a:schemeClr val="tx1"/>
                </a:solidFill>
                <a:latin typeface="+mn-lt"/>
                <a:ea typeface="+mn-ea"/>
                <a:cs typeface="+mn-cs"/>
              </a:rPr>
              <a:t>They must be embedded in your file by inserting the file rather than copying and pasting.</a:t>
            </a:r>
          </a:p>
          <a:p>
            <a:pPr marL="457154" indent="-457154" algn="l" defTabSz="457154" rtl="0" eaLnBrk="1" latinLnBrk="0" hangingPunct="1">
              <a:lnSpc>
                <a:spcPct val="100000"/>
              </a:lnSpc>
              <a:spcAft>
                <a:spcPts val="1800"/>
              </a:spcAft>
              <a:buFont typeface="Arial" panose="020B0604020202020204" pitchFamily="34" charset="0"/>
              <a:buChar char="•"/>
            </a:pPr>
            <a:r>
              <a:rPr lang="en-GB" sz="3200" kern="1200" dirty="0">
                <a:solidFill>
                  <a:schemeClr val="tx1"/>
                </a:solidFill>
                <a:latin typeface="+mn-lt"/>
                <a:ea typeface="+mn-ea"/>
                <a:cs typeface="+mn-cs"/>
              </a:rPr>
              <a:t>Make sure they are sufficient size and clearly visible with at least 150dpi.</a:t>
            </a:r>
            <a:endParaRPr lang="en-GB" sz="3200" b="1" dirty="0"/>
          </a:p>
          <a:p>
            <a:pPr>
              <a:buFontTx/>
              <a:buNone/>
            </a:pPr>
            <a:endParaRPr lang="en-GB" sz="3200" b="1" dirty="0"/>
          </a:p>
        </p:txBody>
      </p:sp>
      <p:sp>
        <p:nvSpPr>
          <p:cNvPr id="6" name="Rounded Rectangle 5">
            <a:extLst>
              <a:ext uri="{FF2B5EF4-FFF2-40B4-BE49-F238E27FC236}">
                <a16:creationId xmlns:a16="http://schemas.microsoft.com/office/drawing/2014/main" id="{D18A53B1-78B8-DD4E-A5C3-83962FFEC935}"/>
              </a:ext>
            </a:extLst>
          </p:cNvPr>
          <p:cNvSpPr/>
          <p:nvPr/>
        </p:nvSpPr>
        <p:spPr>
          <a:xfrm>
            <a:off x="43291003" y="1"/>
            <a:ext cx="10511220" cy="30275213"/>
          </a:xfrm>
          <a:prstGeom prst="roundRect">
            <a:avLst/>
          </a:prstGeom>
          <a:solidFill>
            <a:srgbClr val="F6F6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2" dirty="0"/>
          </a:p>
        </p:txBody>
      </p:sp>
      <p:sp>
        <p:nvSpPr>
          <p:cNvPr id="14" name="TextBox 13">
            <a:extLst>
              <a:ext uri="{FF2B5EF4-FFF2-40B4-BE49-F238E27FC236}">
                <a16:creationId xmlns:a16="http://schemas.microsoft.com/office/drawing/2014/main" id="{4AE4917F-44AA-42A0-A37D-362EC920AC03}"/>
              </a:ext>
            </a:extLst>
          </p:cNvPr>
          <p:cNvSpPr txBox="1"/>
          <p:nvPr/>
        </p:nvSpPr>
        <p:spPr>
          <a:xfrm>
            <a:off x="46243108" y="909884"/>
            <a:ext cx="5016117" cy="833172"/>
          </a:xfrm>
          <a:prstGeom prst="rect">
            <a:avLst/>
          </a:prstGeom>
          <a:noFill/>
        </p:spPr>
        <p:txBody>
          <a:bodyPr wrap="none" tIns="46797" bIns="46797" rtlCol="0">
            <a:spAutoFit/>
          </a:bodyPr>
          <a:lstStyle/>
          <a:p>
            <a:r>
              <a:rPr lang="en-GB" sz="4800" b="1" dirty="0">
                <a:latin typeface="+mj-lt"/>
              </a:rPr>
              <a:t>Guidelines </a:t>
            </a:r>
            <a:r>
              <a:rPr lang="en-GB" sz="4800" b="1" dirty="0" err="1">
                <a:latin typeface="+mj-lt"/>
              </a:rPr>
              <a:t>cont</a:t>
            </a:r>
            <a:r>
              <a:rPr lang="en-GB" sz="4800" b="1" dirty="0">
                <a:latin typeface="+mj-lt"/>
              </a:rPr>
              <a:t>:</a:t>
            </a:r>
          </a:p>
        </p:txBody>
      </p:sp>
      <p:sp>
        <p:nvSpPr>
          <p:cNvPr id="20" name="TextBox 19">
            <a:extLst>
              <a:ext uri="{FF2B5EF4-FFF2-40B4-BE49-F238E27FC236}">
                <a16:creationId xmlns:a16="http://schemas.microsoft.com/office/drawing/2014/main" id="{ACE2FCA7-9DB8-47EA-9CD5-CED948F4A325}"/>
              </a:ext>
            </a:extLst>
          </p:cNvPr>
          <p:cNvSpPr txBox="1"/>
          <p:nvPr/>
        </p:nvSpPr>
        <p:spPr>
          <a:xfrm>
            <a:off x="43596980" y="2200896"/>
            <a:ext cx="9899266" cy="7558090"/>
          </a:xfrm>
          <a:prstGeom prst="rect">
            <a:avLst/>
          </a:prstGeom>
          <a:noFill/>
        </p:spPr>
        <p:txBody>
          <a:bodyPr wrap="square" tIns="46797" bIns="46797" rtlCol="0">
            <a:spAutoFit/>
          </a:bodyPr>
          <a:lstStyle/>
          <a:p>
            <a:pPr marL="0" indent="0" algn="l" defTabSz="457154" rtl="0" eaLnBrk="1" latinLnBrk="0" hangingPunct="1">
              <a:spcAft>
                <a:spcPts val="1200"/>
              </a:spcAft>
              <a:buFont typeface="Arial" panose="020B0604020202020204" pitchFamily="34" charset="0"/>
              <a:buNone/>
            </a:pPr>
            <a:r>
              <a:rPr lang="en-GB" sz="3600" b="1" kern="1200" dirty="0">
                <a:solidFill>
                  <a:schemeClr val="tx1"/>
                </a:solidFill>
                <a:latin typeface="+mj-lt"/>
                <a:ea typeface="+mn-ea"/>
                <a:cs typeface="+mn-cs"/>
              </a:rPr>
              <a:t>Colour</a:t>
            </a:r>
            <a:endParaRPr lang="en-GB" sz="4000" b="1" kern="1200" dirty="0">
              <a:solidFill>
                <a:schemeClr val="tx1"/>
              </a:solidFill>
              <a:latin typeface="+mj-lt"/>
              <a:ea typeface="+mn-ea"/>
              <a:cs typeface="+mn-cs"/>
            </a:endParaRPr>
          </a:p>
          <a:p>
            <a:pPr marL="457154" indent="-457154" algn="l" defTabSz="457154" rtl="0" eaLnBrk="1" latinLnBrk="0" hangingPunct="1">
              <a:lnSpc>
                <a:spcPct val="100000"/>
              </a:lnSpc>
              <a:spcAft>
                <a:spcPts val="1800"/>
              </a:spcAft>
              <a:buFont typeface="Arial" panose="020B0604020202020204" pitchFamily="34" charset="0"/>
              <a:buChar char="•"/>
            </a:pPr>
            <a:r>
              <a:rPr lang="en-GB" sz="3200" kern="1200" dirty="0">
                <a:solidFill>
                  <a:schemeClr val="tx1"/>
                </a:solidFill>
                <a:latin typeface="+mn-lt"/>
                <a:ea typeface="+mn-ea"/>
                <a:cs typeface="+mn-cs"/>
              </a:rPr>
              <a:t>Select background colours that contrast well 	   with the font to allow easier reading of your text.</a:t>
            </a:r>
          </a:p>
          <a:p>
            <a:pPr marL="457154" indent="-457154" algn="l" defTabSz="457154" rtl="0" eaLnBrk="1" latinLnBrk="0" hangingPunct="1">
              <a:lnSpc>
                <a:spcPct val="100000"/>
              </a:lnSpc>
              <a:spcAft>
                <a:spcPts val="1800"/>
              </a:spcAft>
              <a:buFont typeface="Arial" panose="020B0604020202020204" pitchFamily="34" charset="0"/>
              <a:buChar char="•"/>
            </a:pPr>
            <a:r>
              <a:rPr lang="en-GB" sz="3200" kern="1200" dirty="0">
                <a:solidFill>
                  <a:schemeClr val="tx1"/>
                </a:solidFill>
                <a:latin typeface="+mn-lt"/>
                <a:ea typeface="+mn-ea"/>
                <a:cs typeface="+mn-cs"/>
              </a:rPr>
              <a:t>Avoid backgrounds with bright or dark colours and full of texture as this will distract readers.</a:t>
            </a:r>
          </a:p>
          <a:p>
            <a:pPr marL="457154" indent="-457154" algn="l" defTabSz="457154" rtl="0" eaLnBrk="1" latinLnBrk="0" hangingPunct="1">
              <a:lnSpc>
                <a:spcPct val="100000"/>
              </a:lnSpc>
              <a:spcAft>
                <a:spcPts val="1800"/>
              </a:spcAft>
              <a:buFont typeface="Arial" panose="020B0604020202020204" pitchFamily="34" charset="0"/>
              <a:buChar char="•"/>
            </a:pPr>
            <a:r>
              <a:rPr lang="en-GB" sz="3200" kern="1200" dirty="0">
                <a:solidFill>
                  <a:schemeClr val="tx1"/>
                </a:solidFill>
                <a:latin typeface="+mn-lt"/>
                <a:ea typeface="+mn-ea"/>
                <a:cs typeface="+mn-cs"/>
              </a:rPr>
              <a:t>Try not to use too many colours – 1-2 work well, plus images and charts.</a:t>
            </a:r>
          </a:p>
          <a:p>
            <a:pPr marL="457154" indent="-457154" algn="l" defTabSz="457154" rtl="0" eaLnBrk="1" latinLnBrk="0" hangingPunct="1">
              <a:lnSpc>
                <a:spcPct val="100000"/>
              </a:lnSpc>
              <a:spcAft>
                <a:spcPts val="1800"/>
              </a:spcAft>
              <a:buFont typeface="Arial" panose="020B0604020202020204" pitchFamily="34" charset="0"/>
              <a:buChar char="•"/>
            </a:pPr>
            <a:r>
              <a:rPr lang="en-GB" sz="3200" kern="1200" dirty="0">
                <a:solidFill>
                  <a:schemeClr val="tx1"/>
                </a:solidFill>
                <a:latin typeface="+mn-lt"/>
                <a:ea typeface="+mn-ea"/>
                <a:cs typeface="+mn-cs"/>
              </a:rPr>
              <a:t>The template is formatted with appropriate UCL colours for the banner colour chosen.</a:t>
            </a:r>
          </a:p>
          <a:p>
            <a:pPr marL="457154" marR="0" lvl="0" indent="-457154" algn="l" defTabSz="457154" rtl="0" eaLnBrk="1" fontAlgn="auto" latinLnBrk="0" hangingPunct="1">
              <a:lnSpc>
                <a:spcPct val="100000"/>
              </a:lnSpc>
              <a:spcBef>
                <a:spcPts val="0"/>
              </a:spcBef>
              <a:spcAft>
                <a:spcPts val="1800"/>
              </a:spcAft>
              <a:buClrTx/>
              <a:buSzTx/>
              <a:buFont typeface="Arial" panose="020B0604020202020204" pitchFamily="34" charset="0"/>
              <a:buChar char="•"/>
              <a:tabLst/>
              <a:defRPr/>
            </a:pPr>
            <a:r>
              <a:rPr lang="en-GB" sz="3600" kern="1200" dirty="0">
                <a:solidFill>
                  <a:schemeClr val="tx1"/>
                </a:solidFill>
                <a:latin typeface="+mn-lt"/>
                <a:ea typeface="+mn-ea"/>
                <a:cs typeface="+mn-cs"/>
              </a:rPr>
              <a:t>Don’t use multiple layers of transparency in PowerPoint.</a:t>
            </a:r>
          </a:p>
          <a:p>
            <a:pPr marL="457154" indent="-457154" algn="l" defTabSz="457154" rtl="0" eaLnBrk="1" latinLnBrk="0" hangingPunct="1">
              <a:lnSpc>
                <a:spcPct val="100000"/>
              </a:lnSpc>
              <a:spcAft>
                <a:spcPts val="1800"/>
              </a:spcAft>
              <a:buFont typeface="Arial" panose="020B0604020202020204" pitchFamily="34" charset="0"/>
              <a:buChar char="•"/>
            </a:pPr>
            <a:endParaRPr lang="en-GB" sz="3600" b="1" kern="1200" dirty="0">
              <a:solidFill>
                <a:schemeClr val="tx1"/>
              </a:solidFill>
              <a:latin typeface="+mn-lt"/>
              <a:ea typeface="+mn-ea"/>
              <a:cs typeface="+mn-cs"/>
            </a:endParaRPr>
          </a:p>
        </p:txBody>
      </p:sp>
      <p:sp>
        <p:nvSpPr>
          <p:cNvPr id="15" name="TextBox 14">
            <a:extLst>
              <a:ext uri="{FF2B5EF4-FFF2-40B4-BE49-F238E27FC236}">
                <a16:creationId xmlns:a16="http://schemas.microsoft.com/office/drawing/2014/main" id="{2F795265-BF50-4AB3-8E7B-E09E72992F10}"/>
              </a:ext>
            </a:extLst>
          </p:cNvPr>
          <p:cNvSpPr txBox="1"/>
          <p:nvPr/>
        </p:nvSpPr>
        <p:spPr>
          <a:xfrm>
            <a:off x="43711148" y="9641521"/>
            <a:ext cx="9899266" cy="9804859"/>
          </a:xfrm>
          <a:prstGeom prst="rect">
            <a:avLst/>
          </a:prstGeom>
          <a:noFill/>
        </p:spPr>
        <p:txBody>
          <a:bodyPr wrap="square" tIns="46797" bIns="46797" rtlCol="0">
            <a:spAutoFit/>
          </a:bodyPr>
          <a:lstStyle/>
          <a:p>
            <a:pPr marL="0" indent="0" algn="l" defTabSz="457154" rtl="0" eaLnBrk="1" latinLnBrk="0" hangingPunct="1">
              <a:spcAft>
                <a:spcPts val="1200"/>
              </a:spcAft>
              <a:buFont typeface="Arial" panose="020B0604020202020204" pitchFamily="34" charset="0"/>
              <a:buNone/>
            </a:pPr>
            <a:r>
              <a:rPr lang="en-GB" sz="3600" b="1" kern="1200" dirty="0">
                <a:solidFill>
                  <a:schemeClr val="tx1"/>
                </a:solidFill>
                <a:latin typeface="+mj-lt"/>
                <a:ea typeface="+mn-ea"/>
                <a:cs typeface="+mn-cs"/>
              </a:rPr>
              <a:t>Copyright  and GDPR</a:t>
            </a:r>
          </a:p>
          <a:p>
            <a:r>
              <a:rPr lang="en-GB" sz="2800" dirty="0"/>
              <a:t>(copy and paste the link  to your browser )</a:t>
            </a:r>
          </a:p>
          <a:p>
            <a:endParaRPr lang="en-GB" sz="3200" dirty="0">
              <a:hlinkClick r:id="" action="ppaction://noaction"/>
            </a:endParaRPr>
          </a:p>
          <a:p>
            <a:r>
              <a:rPr lang="en-GB" sz="3200" dirty="0">
                <a:hlinkClick r:id="" action="ppaction://noaction"/>
              </a:rPr>
              <a:t>https</a:t>
            </a:r>
            <a:r>
              <a:rPr lang="en-GB" sz="3200" dirty="0">
                <a:hlinkClick r:id="rId13"/>
              </a:rPr>
              <a:t>://www.ucl.ac.uk/library/ucl-copyright-advice</a:t>
            </a:r>
            <a:endParaRPr lang="en-GB" sz="3200" dirty="0"/>
          </a:p>
          <a:p>
            <a:endParaRPr lang="en-GB" sz="3200" dirty="0"/>
          </a:p>
          <a:p>
            <a:r>
              <a:rPr lang="en-GB" sz="3200" dirty="0">
                <a:hlinkClick r:id="rId14"/>
              </a:rPr>
              <a:t>https://preview.tinyurl.com/UCL-GDPR</a:t>
            </a:r>
            <a:endParaRPr lang="en-GB" sz="3200" dirty="0"/>
          </a:p>
          <a:p>
            <a:endParaRPr lang="en-GB" sz="3200" dirty="0"/>
          </a:p>
          <a:p>
            <a:pPr marL="457154" indent="-457154" algn="l" defTabSz="457154" rtl="0" eaLnBrk="1" latinLnBrk="0" hangingPunct="1">
              <a:lnSpc>
                <a:spcPct val="100000"/>
              </a:lnSpc>
              <a:spcAft>
                <a:spcPts val="1800"/>
              </a:spcAft>
              <a:buFont typeface="Arial" panose="020B0604020202020204" pitchFamily="34" charset="0"/>
              <a:buChar char="•"/>
            </a:pPr>
            <a:r>
              <a:rPr lang="en-GB" sz="3200" kern="1200" dirty="0">
                <a:solidFill>
                  <a:schemeClr val="tx1"/>
                </a:solidFill>
                <a:latin typeface="+mn-lt"/>
                <a:ea typeface="+mn-ea"/>
                <a:cs typeface="+mn-cs"/>
              </a:rPr>
              <a:t>Only use copyright free images or those available under the creative commons license unless you have bought the relevant license. You are free to use graphics you have generated but check with colleagues if they have produced them.</a:t>
            </a:r>
          </a:p>
          <a:p>
            <a:pPr marL="457154" indent="-457154" algn="l" defTabSz="457154" rtl="0" eaLnBrk="1" latinLnBrk="0" hangingPunct="1">
              <a:lnSpc>
                <a:spcPct val="100000"/>
              </a:lnSpc>
              <a:spcAft>
                <a:spcPts val="1800"/>
              </a:spcAft>
              <a:buFont typeface="Arial" panose="020B0604020202020204" pitchFamily="34" charset="0"/>
              <a:buChar char="•"/>
            </a:pPr>
            <a:r>
              <a:rPr lang="en-GB" sz="3200" kern="1200" dirty="0">
                <a:solidFill>
                  <a:schemeClr val="tx1"/>
                </a:solidFill>
                <a:latin typeface="+mn-lt"/>
                <a:ea typeface="+mn-ea"/>
                <a:cs typeface="+mn-cs"/>
              </a:rPr>
              <a:t>Images downloaded from online are subject to copyright unless this has been waived.</a:t>
            </a:r>
          </a:p>
          <a:p>
            <a:pPr marL="457154" indent="-457154" algn="l" defTabSz="457154" rtl="0" eaLnBrk="1" latinLnBrk="0" hangingPunct="1">
              <a:lnSpc>
                <a:spcPct val="100000"/>
              </a:lnSpc>
              <a:spcAft>
                <a:spcPts val="1800"/>
              </a:spcAft>
              <a:buFont typeface="Arial" panose="020B0604020202020204" pitchFamily="34" charset="0"/>
              <a:buChar char="•"/>
            </a:pPr>
            <a:r>
              <a:rPr lang="en-GB" sz="3200" kern="1200" dirty="0">
                <a:solidFill>
                  <a:schemeClr val="tx1"/>
                </a:solidFill>
                <a:latin typeface="+mn-lt"/>
                <a:ea typeface="+mn-ea"/>
                <a:cs typeface="+mn-cs"/>
              </a:rPr>
              <a:t>Flickr.com is a useful resource to check the copyright status of images from the web.</a:t>
            </a:r>
          </a:p>
          <a:p>
            <a:pPr marL="457154" indent="-457154" algn="l" defTabSz="457154" rtl="0" eaLnBrk="1" latinLnBrk="0" hangingPunct="1">
              <a:lnSpc>
                <a:spcPct val="100000"/>
              </a:lnSpc>
              <a:spcAft>
                <a:spcPts val="1800"/>
              </a:spcAft>
              <a:buFont typeface="Arial" panose="020B0604020202020204" pitchFamily="34" charset="0"/>
              <a:buChar char="•"/>
            </a:pPr>
            <a:r>
              <a:rPr lang="en-GB" sz="3200" kern="1200" dirty="0">
                <a:solidFill>
                  <a:schemeClr val="tx1"/>
                </a:solidFill>
                <a:latin typeface="+mn-lt"/>
                <a:ea typeface="+mn-ea"/>
                <a:cs typeface="+mn-cs"/>
              </a:rPr>
              <a:t>Follow GDPR (General Data Protection Regulation) for images of people.</a:t>
            </a:r>
          </a:p>
        </p:txBody>
      </p:sp>
      <p:sp>
        <p:nvSpPr>
          <p:cNvPr id="4" name="TextBox 3">
            <a:extLst>
              <a:ext uri="{FF2B5EF4-FFF2-40B4-BE49-F238E27FC236}">
                <a16:creationId xmlns:a16="http://schemas.microsoft.com/office/drawing/2014/main" id="{906DADF1-5D4E-4677-9DFB-8C1D0DFD74DB}"/>
              </a:ext>
            </a:extLst>
          </p:cNvPr>
          <p:cNvSpPr txBox="1"/>
          <p:nvPr/>
        </p:nvSpPr>
        <p:spPr>
          <a:xfrm>
            <a:off x="43596980" y="20038106"/>
            <a:ext cx="9899266" cy="3077766"/>
          </a:xfrm>
          <a:prstGeom prst="rect">
            <a:avLst/>
          </a:prstGeom>
          <a:noFill/>
        </p:spPr>
        <p:txBody>
          <a:bodyPr wrap="square" rtlCol="0">
            <a:spAutoFit/>
          </a:bodyPr>
          <a:lstStyle/>
          <a:p>
            <a:pPr algn="l" defTabSz="457154" rtl="0" eaLnBrk="1" latinLnBrk="0" hangingPunct="1">
              <a:lnSpc>
                <a:spcPct val="100000"/>
              </a:lnSpc>
              <a:spcAft>
                <a:spcPts val="1800"/>
              </a:spcAft>
              <a:buFont typeface="Arial" panose="020B0604020202020204" pitchFamily="34" charset="0"/>
            </a:pPr>
            <a:r>
              <a:rPr lang="en-GB" sz="3600" b="1" kern="1200" dirty="0">
                <a:solidFill>
                  <a:schemeClr val="tx1"/>
                </a:solidFill>
                <a:latin typeface="+mj-lt"/>
                <a:ea typeface="+mn-ea"/>
                <a:cs typeface="+mn-cs"/>
              </a:rPr>
              <a:t>UCL Banner vs UCL Logo</a:t>
            </a:r>
          </a:p>
          <a:p>
            <a:pPr marL="457154" indent="-457154" algn="l" defTabSz="457154" rtl="0" eaLnBrk="1" latinLnBrk="0" hangingPunct="1">
              <a:lnSpc>
                <a:spcPct val="100000"/>
              </a:lnSpc>
              <a:spcAft>
                <a:spcPts val="1800"/>
              </a:spcAft>
              <a:buFont typeface="Arial" panose="020B0604020202020204" pitchFamily="34" charset="0"/>
              <a:buChar char="•"/>
            </a:pPr>
            <a:r>
              <a:rPr lang="en-GB" sz="3200" kern="1200" dirty="0">
                <a:solidFill>
                  <a:schemeClr val="tx1"/>
                </a:solidFill>
                <a:latin typeface="+mn-lt"/>
                <a:ea typeface="+mn-ea"/>
                <a:cs typeface="+mn-cs"/>
              </a:rPr>
              <a:t>Use the banner where UCL is the major partner</a:t>
            </a:r>
          </a:p>
          <a:p>
            <a:pPr marL="457154" indent="-457154" algn="l" defTabSz="457154" rtl="0" eaLnBrk="1" latinLnBrk="0" hangingPunct="1">
              <a:lnSpc>
                <a:spcPct val="100000"/>
              </a:lnSpc>
              <a:spcAft>
                <a:spcPts val="1800"/>
              </a:spcAft>
              <a:buFont typeface="Arial" panose="020B0604020202020204" pitchFamily="34" charset="0"/>
              <a:buChar char="•"/>
            </a:pPr>
            <a:r>
              <a:rPr lang="en-GB" sz="3200" kern="1200" dirty="0">
                <a:solidFill>
                  <a:schemeClr val="tx1"/>
                </a:solidFill>
                <a:latin typeface="+mn-lt"/>
                <a:ea typeface="+mn-ea"/>
                <a:cs typeface="+mn-cs"/>
              </a:rPr>
              <a:t>Use the UCL logo only where work is an equal collaboration and place all logos at the bottom - </a:t>
            </a:r>
            <a:r>
              <a:rPr lang="en-GB" sz="3200" dirty="0">
                <a:hlinkClick r:id="rId15"/>
              </a:rPr>
              <a:t>https://www.ucl.ac.uk/cam/brand</a:t>
            </a:r>
            <a:endParaRPr lang="en-GB" sz="3200" kern="1200" dirty="0">
              <a:solidFill>
                <a:schemeClr val="tx1"/>
              </a:solidFill>
              <a:latin typeface="+mn-lt"/>
              <a:ea typeface="+mn-ea"/>
              <a:cs typeface="+mn-cs"/>
            </a:endParaRPr>
          </a:p>
        </p:txBody>
      </p:sp>
      <p:pic>
        <p:nvPicPr>
          <p:cNvPr id="3" name="Picture 2">
            <a:extLst>
              <a:ext uri="{FF2B5EF4-FFF2-40B4-BE49-F238E27FC236}">
                <a16:creationId xmlns:a16="http://schemas.microsoft.com/office/drawing/2014/main" id="{6E05C702-3390-7584-C423-1D33AA254087}"/>
              </a:ext>
            </a:extLst>
          </p:cNvPr>
          <p:cNvPicPr>
            <a:picLocks noChangeAspect="1"/>
          </p:cNvPicPr>
          <p:nvPr userDrawn="1"/>
        </p:nvPicPr>
        <p:blipFill>
          <a:blip r:embed="rId16"/>
          <a:stretch>
            <a:fillRect/>
          </a:stretch>
        </p:blipFill>
        <p:spPr>
          <a:xfrm>
            <a:off x="0" y="0"/>
            <a:ext cx="42800588" cy="5154860"/>
          </a:xfrm>
          <a:prstGeom prst="rect">
            <a:avLst/>
          </a:prstGeom>
        </p:spPr>
      </p:pic>
    </p:spTree>
    <p:extLst>
      <p:ext uri="{BB962C8B-B14F-4D97-AF65-F5344CB8AC3E}">
        <p14:creationId xmlns:p14="http://schemas.microsoft.com/office/powerpoint/2010/main" val="549790678"/>
      </p:ext>
    </p:extLst>
  </p:cSld>
  <p:clrMap bg1="lt1" tx1="dk1" bg2="lt2" tx2="dk2" accent1="accent1" accent2="accent2" accent3="accent3" accent4="accent4" accent5="accent5" accent6="accent6" hlink="hlink" folHlink="folHlink"/>
  <p:sldLayoutIdLst>
    <p:sldLayoutId id="2147483894" r:id="rId1"/>
    <p:sldLayoutId id="2147483895" r:id="rId2"/>
    <p:sldLayoutId id="2147483897" r:id="rId3"/>
    <p:sldLayoutId id="2147483898" r:id="rId4"/>
    <p:sldLayoutId id="2147483899" r:id="rId5"/>
    <p:sldLayoutId id="2147483900" r:id="rId6"/>
    <p:sldLayoutId id="2147483901" r:id="rId7"/>
    <p:sldLayoutId id="2147483902" r:id="rId8"/>
    <p:sldLayoutId id="2147483903" r:id="rId9"/>
    <p:sldLayoutId id="2147483904" r:id="rId10"/>
    <p:sldLayoutId id="2147483905" r:id="rId11"/>
  </p:sldLayoutIdLst>
  <p:txStyles>
    <p:titleStyle>
      <a:lvl1pPr algn="l" defTabSz="3209320" rtl="0" eaLnBrk="1" latinLnBrk="0" hangingPunct="1">
        <a:lnSpc>
          <a:spcPct val="90000"/>
        </a:lnSpc>
        <a:spcBef>
          <a:spcPct val="0"/>
        </a:spcBef>
        <a:buNone/>
        <a:defRPr sz="15442" kern="1200">
          <a:solidFill>
            <a:schemeClr val="tx1"/>
          </a:solidFill>
          <a:latin typeface="+mj-lt"/>
          <a:ea typeface="+mj-ea"/>
          <a:cs typeface="+mj-cs"/>
        </a:defRPr>
      </a:lvl1pPr>
    </p:titleStyle>
    <p:bodyStyle>
      <a:lvl1pPr marL="802331" indent="-802331" algn="l" defTabSz="3209320" rtl="0" eaLnBrk="1" latinLnBrk="0" hangingPunct="1">
        <a:lnSpc>
          <a:spcPct val="90000"/>
        </a:lnSpc>
        <a:spcBef>
          <a:spcPts val="3510"/>
        </a:spcBef>
        <a:buFont typeface="Arial" panose="020B0604020202020204" pitchFamily="34" charset="0"/>
        <a:buChar char="•"/>
        <a:defRPr sz="9827" kern="1200">
          <a:solidFill>
            <a:schemeClr val="tx1"/>
          </a:solidFill>
          <a:latin typeface="+mn-lt"/>
          <a:ea typeface="+mn-ea"/>
          <a:cs typeface="+mn-cs"/>
        </a:defRPr>
      </a:lvl1pPr>
      <a:lvl2pPr marL="2406990" indent="-802331" algn="l" defTabSz="3209320" rtl="0" eaLnBrk="1" latinLnBrk="0" hangingPunct="1">
        <a:lnSpc>
          <a:spcPct val="90000"/>
        </a:lnSpc>
        <a:spcBef>
          <a:spcPts val="1755"/>
        </a:spcBef>
        <a:buFont typeface="Arial" panose="020B0604020202020204" pitchFamily="34" charset="0"/>
        <a:buChar char="•"/>
        <a:defRPr sz="8423" kern="1200">
          <a:solidFill>
            <a:schemeClr val="tx1"/>
          </a:solidFill>
          <a:latin typeface="+mn-lt"/>
          <a:ea typeface="+mn-ea"/>
          <a:cs typeface="+mn-cs"/>
        </a:defRPr>
      </a:lvl2pPr>
      <a:lvl3pPr marL="4011651" indent="-802331" algn="l" defTabSz="3209320" rtl="0" eaLnBrk="1" latinLnBrk="0" hangingPunct="1">
        <a:lnSpc>
          <a:spcPct val="90000"/>
        </a:lnSpc>
        <a:spcBef>
          <a:spcPts val="1755"/>
        </a:spcBef>
        <a:buFont typeface="Arial" panose="020B0604020202020204" pitchFamily="34" charset="0"/>
        <a:buChar char="•"/>
        <a:defRPr sz="7019" kern="1200">
          <a:solidFill>
            <a:schemeClr val="tx1"/>
          </a:solidFill>
          <a:latin typeface="+mn-lt"/>
          <a:ea typeface="+mn-ea"/>
          <a:cs typeface="+mn-cs"/>
        </a:defRPr>
      </a:lvl3pPr>
      <a:lvl4pPr marL="5616311" indent="-802331" algn="l" defTabSz="3209320" rtl="0" eaLnBrk="1" latinLnBrk="0" hangingPunct="1">
        <a:lnSpc>
          <a:spcPct val="90000"/>
        </a:lnSpc>
        <a:spcBef>
          <a:spcPts val="1755"/>
        </a:spcBef>
        <a:buFont typeface="Arial" panose="020B0604020202020204" pitchFamily="34" charset="0"/>
        <a:buChar char="•"/>
        <a:defRPr sz="6317" kern="1200">
          <a:solidFill>
            <a:schemeClr val="tx1"/>
          </a:solidFill>
          <a:latin typeface="+mn-lt"/>
          <a:ea typeface="+mn-ea"/>
          <a:cs typeface="+mn-cs"/>
        </a:defRPr>
      </a:lvl4pPr>
      <a:lvl5pPr marL="7220972" indent="-802331" algn="l" defTabSz="3209320" rtl="0" eaLnBrk="1" latinLnBrk="0" hangingPunct="1">
        <a:lnSpc>
          <a:spcPct val="90000"/>
        </a:lnSpc>
        <a:spcBef>
          <a:spcPts val="1755"/>
        </a:spcBef>
        <a:buFont typeface="Arial" panose="020B0604020202020204" pitchFamily="34" charset="0"/>
        <a:buChar char="•"/>
        <a:defRPr sz="6317" kern="1200">
          <a:solidFill>
            <a:schemeClr val="tx1"/>
          </a:solidFill>
          <a:latin typeface="+mn-lt"/>
          <a:ea typeface="+mn-ea"/>
          <a:cs typeface="+mn-cs"/>
        </a:defRPr>
      </a:lvl5pPr>
      <a:lvl6pPr marL="8825631" indent="-802331" algn="l" defTabSz="3209320" rtl="0" eaLnBrk="1" latinLnBrk="0" hangingPunct="1">
        <a:lnSpc>
          <a:spcPct val="90000"/>
        </a:lnSpc>
        <a:spcBef>
          <a:spcPts val="1755"/>
        </a:spcBef>
        <a:buFont typeface="Arial" panose="020B0604020202020204" pitchFamily="34" charset="0"/>
        <a:buChar char="•"/>
        <a:defRPr sz="6317" kern="1200">
          <a:solidFill>
            <a:schemeClr val="tx1"/>
          </a:solidFill>
          <a:latin typeface="+mn-lt"/>
          <a:ea typeface="+mn-ea"/>
          <a:cs typeface="+mn-cs"/>
        </a:defRPr>
      </a:lvl6pPr>
      <a:lvl7pPr marL="10430291" indent="-802331" algn="l" defTabSz="3209320" rtl="0" eaLnBrk="1" latinLnBrk="0" hangingPunct="1">
        <a:lnSpc>
          <a:spcPct val="90000"/>
        </a:lnSpc>
        <a:spcBef>
          <a:spcPts val="1755"/>
        </a:spcBef>
        <a:buFont typeface="Arial" panose="020B0604020202020204" pitchFamily="34" charset="0"/>
        <a:buChar char="•"/>
        <a:defRPr sz="6317" kern="1200">
          <a:solidFill>
            <a:schemeClr val="tx1"/>
          </a:solidFill>
          <a:latin typeface="+mn-lt"/>
          <a:ea typeface="+mn-ea"/>
          <a:cs typeface="+mn-cs"/>
        </a:defRPr>
      </a:lvl7pPr>
      <a:lvl8pPr marL="12034951" indent="-802331" algn="l" defTabSz="3209320" rtl="0" eaLnBrk="1" latinLnBrk="0" hangingPunct="1">
        <a:lnSpc>
          <a:spcPct val="90000"/>
        </a:lnSpc>
        <a:spcBef>
          <a:spcPts val="1755"/>
        </a:spcBef>
        <a:buFont typeface="Arial" panose="020B0604020202020204" pitchFamily="34" charset="0"/>
        <a:buChar char="•"/>
        <a:defRPr sz="6317" kern="1200">
          <a:solidFill>
            <a:schemeClr val="tx1"/>
          </a:solidFill>
          <a:latin typeface="+mn-lt"/>
          <a:ea typeface="+mn-ea"/>
          <a:cs typeface="+mn-cs"/>
        </a:defRPr>
      </a:lvl8pPr>
      <a:lvl9pPr marL="13639612" indent="-802331" algn="l" defTabSz="3209320" rtl="0" eaLnBrk="1" latinLnBrk="0" hangingPunct="1">
        <a:lnSpc>
          <a:spcPct val="90000"/>
        </a:lnSpc>
        <a:spcBef>
          <a:spcPts val="1755"/>
        </a:spcBef>
        <a:buFont typeface="Arial" panose="020B0604020202020204" pitchFamily="34" charset="0"/>
        <a:buChar char="•"/>
        <a:defRPr sz="6317" kern="1200">
          <a:solidFill>
            <a:schemeClr val="tx1"/>
          </a:solidFill>
          <a:latin typeface="+mn-lt"/>
          <a:ea typeface="+mn-ea"/>
          <a:cs typeface="+mn-cs"/>
        </a:defRPr>
      </a:lvl9pPr>
    </p:bodyStyle>
    <p:otherStyle>
      <a:defPPr>
        <a:defRPr lang="en-US"/>
      </a:defPPr>
      <a:lvl1pPr marL="0" algn="l" defTabSz="3209320" rtl="0" eaLnBrk="1" latinLnBrk="0" hangingPunct="1">
        <a:defRPr sz="6317" kern="1200">
          <a:solidFill>
            <a:schemeClr val="tx1"/>
          </a:solidFill>
          <a:latin typeface="+mn-lt"/>
          <a:ea typeface="+mn-ea"/>
          <a:cs typeface="+mn-cs"/>
        </a:defRPr>
      </a:lvl1pPr>
      <a:lvl2pPr marL="1604660" algn="l" defTabSz="3209320" rtl="0" eaLnBrk="1" latinLnBrk="0" hangingPunct="1">
        <a:defRPr sz="6317" kern="1200">
          <a:solidFill>
            <a:schemeClr val="tx1"/>
          </a:solidFill>
          <a:latin typeface="+mn-lt"/>
          <a:ea typeface="+mn-ea"/>
          <a:cs typeface="+mn-cs"/>
        </a:defRPr>
      </a:lvl2pPr>
      <a:lvl3pPr marL="3209320" algn="l" defTabSz="3209320" rtl="0" eaLnBrk="1" latinLnBrk="0" hangingPunct="1">
        <a:defRPr sz="6317" kern="1200">
          <a:solidFill>
            <a:schemeClr val="tx1"/>
          </a:solidFill>
          <a:latin typeface="+mn-lt"/>
          <a:ea typeface="+mn-ea"/>
          <a:cs typeface="+mn-cs"/>
        </a:defRPr>
      </a:lvl3pPr>
      <a:lvl4pPr marL="4813981" algn="l" defTabSz="3209320" rtl="0" eaLnBrk="1" latinLnBrk="0" hangingPunct="1">
        <a:defRPr sz="6317" kern="1200">
          <a:solidFill>
            <a:schemeClr val="tx1"/>
          </a:solidFill>
          <a:latin typeface="+mn-lt"/>
          <a:ea typeface="+mn-ea"/>
          <a:cs typeface="+mn-cs"/>
        </a:defRPr>
      </a:lvl4pPr>
      <a:lvl5pPr marL="6418641" algn="l" defTabSz="3209320" rtl="0" eaLnBrk="1" latinLnBrk="0" hangingPunct="1">
        <a:defRPr sz="6317" kern="1200">
          <a:solidFill>
            <a:schemeClr val="tx1"/>
          </a:solidFill>
          <a:latin typeface="+mn-lt"/>
          <a:ea typeface="+mn-ea"/>
          <a:cs typeface="+mn-cs"/>
        </a:defRPr>
      </a:lvl5pPr>
      <a:lvl6pPr marL="8023302" algn="l" defTabSz="3209320" rtl="0" eaLnBrk="1" latinLnBrk="0" hangingPunct="1">
        <a:defRPr sz="6317" kern="1200">
          <a:solidFill>
            <a:schemeClr val="tx1"/>
          </a:solidFill>
          <a:latin typeface="+mn-lt"/>
          <a:ea typeface="+mn-ea"/>
          <a:cs typeface="+mn-cs"/>
        </a:defRPr>
      </a:lvl6pPr>
      <a:lvl7pPr marL="9627962" algn="l" defTabSz="3209320" rtl="0" eaLnBrk="1" latinLnBrk="0" hangingPunct="1">
        <a:defRPr sz="6317" kern="1200">
          <a:solidFill>
            <a:schemeClr val="tx1"/>
          </a:solidFill>
          <a:latin typeface="+mn-lt"/>
          <a:ea typeface="+mn-ea"/>
          <a:cs typeface="+mn-cs"/>
        </a:defRPr>
      </a:lvl7pPr>
      <a:lvl8pPr marL="11232622" algn="l" defTabSz="3209320" rtl="0" eaLnBrk="1" latinLnBrk="0" hangingPunct="1">
        <a:defRPr sz="6317" kern="1200">
          <a:solidFill>
            <a:schemeClr val="tx1"/>
          </a:solidFill>
          <a:latin typeface="+mn-lt"/>
          <a:ea typeface="+mn-ea"/>
          <a:cs typeface="+mn-cs"/>
        </a:defRPr>
      </a:lvl8pPr>
      <a:lvl9pPr marL="12837282" algn="l" defTabSz="3209320" rtl="0" eaLnBrk="1" latinLnBrk="0" hangingPunct="1">
        <a:defRPr sz="6317" kern="1200">
          <a:solidFill>
            <a:schemeClr val="tx1"/>
          </a:solidFill>
          <a:latin typeface="+mn-lt"/>
          <a:ea typeface="+mn-ea"/>
          <a:cs typeface="+mn-cs"/>
        </a:defRPr>
      </a:lvl9pPr>
    </p:otherStyle>
  </p:txStyles>
  <p:extLst>
    <p:ext uri="{27BBF7A9-308A-43DC-89C8-2F10F3537804}">
      <p15:sldGuideLst xmlns:p15="http://schemas.microsoft.com/office/powerpoint/2012/main">
        <p15:guide id="56" pos="644">
          <p15:clr>
            <a:srgbClr val="F26B43"/>
          </p15:clr>
        </p15:guide>
        <p15:guide id="66" pos="26317">
          <p15:clr>
            <a:srgbClr val="F26B43"/>
          </p15:clr>
        </p15:guide>
        <p15:guide id="67" orient="horz" pos="3684">
          <p15:clr>
            <a:srgbClr val="F26B43"/>
          </p15:clr>
        </p15:guide>
        <p15:guide id="82" orient="horz" pos="17383">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Title 28" descr="Poster title"/>
          <p:cNvSpPr>
            <a:spLocks noGrp="1"/>
          </p:cNvSpPr>
          <p:nvPr>
            <p:ph type="title"/>
          </p:nvPr>
        </p:nvSpPr>
        <p:spPr>
          <a:xfrm>
            <a:off x="1058785" y="662560"/>
            <a:ext cx="40717941" cy="2086469"/>
          </a:xfrm>
        </p:spPr>
        <p:txBody>
          <a:bodyPr/>
          <a:lstStyle/>
          <a:p>
            <a:r>
              <a:rPr lang="en-US" altLang="zh-CN" dirty="0"/>
              <a:t>Attention U-Net Application: </a:t>
            </a:r>
            <a:r>
              <a:rPr lang="en-US" dirty="0"/>
              <a:t>Dynamic Landslide Monitoring in Japan's Climate-Vulnerable Mountain Ecosystems</a:t>
            </a:r>
            <a:endParaRPr lang="en-GB" dirty="0"/>
          </a:p>
        </p:txBody>
      </p:sp>
      <p:sp>
        <p:nvSpPr>
          <p:cNvPr id="30" name="Text Placeholder 29" descr="Authors"/>
          <p:cNvSpPr>
            <a:spLocks noGrp="1"/>
          </p:cNvSpPr>
          <p:nvPr>
            <p:ph type="body" sz="quarter" idx="10"/>
          </p:nvPr>
        </p:nvSpPr>
        <p:spPr>
          <a:xfrm>
            <a:off x="1058785" y="3102902"/>
            <a:ext cx="35504166" cy="757130"/>
          </a:xfrm>
        </p:spPr>
        <p:txBody>
          <a:bodyPr/>
          <a:lstStyle/>
          <a:p>
            <a:r>
              <a:rPr lang="en-GB" dirty="0" err="1"/>
              <a:t>Ruilin</a:t>
            </a:r>
            <a:r>
              <a:rPr lang="en-GB" dirty="0"/>
              <a:t> Yin     SN:25209733</a:t>
            </a:r>
          </a:p>
        </p:txBody>
      </p:sp>
      <p:sp>
        <p:nvSpPr>
          <p:cNvPr id="31" name="Text Placeholder 30" descr="Department or institution"/>
          <p:cNvSpPr>
            <a:spLocks noGrp="1"/>
          </p:cNvSpPr>
          <p:nvPr>
            <p:ph type="body" sz="quarter" idx="11"/>
          </p:nvPr>
        </p:nvSpPr>
        <p:spPr/>
        <p:txBody>
          <a:bodyPr/>
          <a:lstStyle/>
          <a:p>
            <a:r>
              <a:rPr lang="en-GB"/>
              <a:t>Source: https://github.com/JeffreyYinLY/Attention-U-Net-Application-for-COMP0173</a:t>
            </a:r>
            <a:endParaRPr lang="en-GB" dirty="0"/>
          </a:p>
        </p:txBody>
      </p:sp>
      <p:sp>
        <p:nvSpPr>
          <p:cNvPr id="36" name="Content Placeholder 35" descr="Column 1, box 1"/>
          <p:cNvSpPr>
            <a:spLocks noGrp="1"/>
          </p:cNvSpPr>
          <p:nvPr>
            <p:ph sz="quarter" idx="18"/>
          </p:nvPr>
        </p:nvSpPr>
        <p:spPr>
          <a:xfrm>
            <a:off x="659494" y="5822442"/>
            <a:ext cx="14565992" cy="8054207"/>
          </a:xfrm>
        </p:spPr>
        <p:style>
          <a:lnRef idx="2">
            <a:schemeClr val="accent3"/>
          </a:lnRef>
          <a:fillRef idx="1">
            <a:schemeClr val="lt1"/>
          </a:fillRef>
          <a:effectRef idx="0">
            <a:schemeClr val="accent3"/>
          </a:effectRef>
          <a:fontRef idx="minor">
            <a:schemeClr val="dk1"/>
          </a:fontRef>
        </p:style>
        <p:txBody>
          <a:bodyPr/>
          <a:lstStyle/>
          <a:p>
            <a:r>
              <a:rPr lang="en-US" dirty="0"/>
              <a:t>Amazon and Atlantic forests are facing massive deforestation </a:t>
            </a:r>
          </a:p>
          <a:p>
            <a:endParaRPr lang="en-US" dirty="0"/>
          </a:p>
          <a:p>
            <a:r>
              <a:rPr lang="en-US" dirty="0"/>
              <a:t>Machine learning monitoring method using satellite remote sensing imagery </a:t>
            </a:r>
          </a:p>
          <a:p>
            <a:pPr marL="571500" indent="-571500">
              <a:buFont typeface="Arial" panose="020B0604020202020204" pitchFamily="34" charset="0"/>
              <a:buChar char="•"/>
            </a:pPr>
            <a:r>
              <a:rPr lang="en-GB" sz="3600" dirty="0"/>
              <a:t>U-Net</a:t>
            </a:r>
          </a:p>
          <a:p>
            <a:pPr marL="571500" indent="-571500">
              <a:buFont typeface="Arial" panose="020B0604020202020204" pitchFamily="34" charset="0"/>
              <a:buChar char="•"/>
            </a:pPr>
            <a:r>
              <a:rPr lang="en-GB" sz="3600" dirty="0"/>
              <a:t>Residual U-Net </a:t>
            </a:r>
          </a:p>
          <a:p>
            <a:pPr marL="571500" indent="-571500">
              <a:buFont typeface="Arial" panose="020B0604020202020204" pitchFamily="34" charset="0"/>
              <a:buChar char="•"/>
            </a:pPr>
            <a:r>
              <a:rPr lang="en-GB" sz="3600" dirty="0"/>
              <a:t>ResNet50-SegNet </a:t>
            </a:r>
          </a:p>
          <a:p>
            <a:pPr marL="571500" indent="-571500">
              <a:buFont typeface="Arial" panose="020B0604020202020204" pitchFamily="34" charset="0"/>
              <a:buChar char="•"/>
            </a:pPr>
            <a:r>
              <a:rPr lang="en-GB" sz="3600" dirty="0"/>
              <a:t>FCN32-VGG16 </a:t>
            </a:r>
          </a:p>
          <a:p>
            <a:pPr marL="571500" indent="-571500">
              <a:buFont typeface="Arial" panose="020B0604020202020204" pitchFamily="34" charset="0"/>
              <a:buChar char="•"/>
            </a:pPr>
            <a:r>
              <a:rPr lang="en-GB" b="1" dirty="0">
                <a:solidFill>
                  <a:srgbClr val="00B050"/>
                </a:solidFill>
              </a:rPr>
              <a:t>Attention U-Net</a:t>
            </a:r>
          </a:p>
        </p:txBody>
      </p:sp>
      <p:sp>
        <p:nvSpPr>
          <p:cNvPr id="40" name="Content Placeholder 39" descr="Column 1, box 2"/>
          <p:cNvSpPr>
            <a:spLocks noGrp="1"/>
          </p:cNvSpPr>
          <p:nvPr>
            <p:ph sz="quarter" idx="22"/>
          </p:nvPr>
        </p:nvSpPr>
        <p:spPr>
          <a:xfrm>
            <a:off x="659493" y="14029049"/>
            <a:ext cx="14565991" cy="14085122"/>
          </a:xfrm>
        </p:spPr>
        <p:style>
          <a:lnRef idx="2">
            <a:schemeClr val="accent3"/>
          </a:lnRef>
          <a:fillRef idx="1">
            <a:schemeClr val="lt1"/>
          </a:fillRef>
          <a:effectRef idx="0">
            <a:schemeClr val="accent3"/>
          </a:effectRef>
          <a:fontRef idx="minor">
            <a:schemeClr val="dk1"/>
          </a:fontRef>
        </p:style>
        <p:txBody>
          <a:bodyPr/>
          <a:lstStyle/>
          <a:p>
            <a:r>
              <a:rPr lang="en-US" b="1" i="1" dirty="0">
                <a:solidFill>
                  <a:srgbClr val="00B050"/>
                </a:solidFill>
              </a:rPr>
              <a:t>Challenge</a:t>
            </a:r>
            <a:r>
              <a:rPr lang="en-US" dirty="0">
                <a:solidFill>
                  <a:srgbClr val="00B050"/>
                </a:solidFill>
              </a:rPr>
              <a:t>   </a:t>
            </a:r>
            <a:r>
              <a:rPr lang="en-US" dirty="0"/>
              <a:t> Landslide Detection and Monitoring</a:t>
            </a:r>
          </a:p>
          <a:p>
            <a:r>
              <a:rPr lang="en-US" sz="3600" dirty="0"/>
              <a:t>                     *infeasible and unpredictable</a:t>
            </a:r>
          </a:p>
          <a:p>
            <a:r>
              <a:rPr lang="en-US" sz="3600" b="1" i="1" dirty="0">
                <a:solidFill>
                  <a:srgbClr val="00B050"/>
                </a:solidFill>
              </a:rPr>
              <a:t>Matters</a:t>
            </a:r>
            <a:r>
              <a:rPr lang="en-US" sz="3600" dirty="0"/>
              <a:t>        Climate Change               Frequency Increase</a:t>
            </a:r>
          </a:p>
          <a:p>
            <a:r>
              <a:rPr lang="en-US" altLang="zh-CN" sz="3600" b="1" i="1" dirty="0">
                <a:solidFill>
                  <a:srgbClr val="00B050"/>
                </a:solidFill>
              </a:rPr>
              <a:t>                     </a:t>
            </a:r>
          </a:p>
          <a:p>
            <a:r>
              <a:rPr lang="en-US" altLang="zh-CN" sz="3600" b="1" i="1" dirty="0">
                <a:solidFill>
                  <a:srgbClr val="00B050"/>
                </a:solidFill>
              </a:rPr>
              <a:t>                     </a:t>
            </a:r>
            <a:r>
              <a:rPr lang="en-US" altLang="zh-CN" sz="3600" dirty="0"/>
              <a:t>Personal safety &amp; Protect infrastructure</a:t>
            </a:r>
          </a:p>
          <a:p>
            <a:r>
              <a:rPr lang="en-US" altLang="zh-CN" sz="3600" b="1" i="1" dirty="0">
                <a:solidFill>
                  <a:srgbClr val="00B050"/>
                </a:solidFill>
              </a:rPr>
              <a:t>Link to SDGs</a:t>
            </a:r>
            <a:endParaRPr lang="en-US" sz="3600" b="1" i="1" dirty="0">
              <a:solidFill>
                <a:srgbClr val="00B050"/>
              </a:solidFill>
            </a:endParaRPr>
          </a:p>
          <a:p>
            <a:r>
              <a:rPr lang="en-GB" sz="3600" dirty="0"/>
              <a:t>*SDG 11 Sustainable Cities and Communities</a:t>
            </a:r>
          </a:p>
          <a:p>
            <a:r>
              <a:rPr lang="en-GB" sz="3600" dirty="0"/>
              <a:t>Reduce death &amp; Safer settlements &amp; </a:t>
            </a:r>
            <a:r>
              <a:rPr lang="en-GB" sz="3600" b="1" dirty="0"/>
              <a:t>Aging Society</a:t>
            </a:r>
          </a:p>
          <a:p>
            <a:r>
              <a:rPr lang="en-GB" sz="3600" dirty="0"/>
              <a:t>*SDG 13 Climate Action</a:t>
            </a:r>
          </a:p>
          <a:p>
            <a:r>
              <a:rPr lang="en-GB" sz="3600" dirty="0"/>
              <a:t>Enhance resilience &amp; adaptation </a:t>
            </a:r>
          </a:p>
          <a:p>
            <a:r>
              <a:rPr lang="en-GB" sz="3600" dirty="0"/>
              <a:t>&amp; </a:t>
            </a:r>
            <a:r>
              <a:rPr lang="en-US" altLang="zh-CN" sz="3600" b="1" dirty="0"/>
              <a:t>Early warning system (</a:t>
            </a:r>
            <a:r>
              <a:rPr lang="en-GB" sz="3600" b="1" dirty="0"/>
              <a:t>Linear Precipitation Zones)</a:t>
            </a:r>
          </a:p>
          <a:p>
            <a:r>
              <a:rPr lang="en-GB" sz="3600" dirty="0"/>
              <a:t>*SDG 15 Life on Land</a:t>
            </a:r>
          </a:p>
          <a:p>
            <a:r>
              <a:rPr lang="en-GB" sz="3600" dirty="0"/>
              <a:t>Reduce soil erosion &amp; Ecosystem stability </a:t>
            </a:r>
          </a:p>
          <a:p>
            <a:r>
              <a:rPr lang="en-GB" sz="3600" dirty="0"/>
              <a:t>&amp; </a:t>
            </a:r>
            <a:r>
              <a:rPr lang="en-GB" sz="3600" b="1" dirty="0"/>
              <a:t>Deep landslides (Crisis of Planted Forests)            </a:t>
            </a:r>
          </a:p>
          <a:p>
            <a:r>
              <a:rPr lang="en-GB" sz="4800" b="1" i="1" dirty="0">
                <a:solidFill>
                  <a:srgbClr val="52C152"/>
                </a:solidFill>
              </a:rPr>
              <a:t>             Japan: landslide superpower</a:t>
            </a:r>
          </a:p>
        </p:txBody>
      </p:sp>
      <p:sp>
        <p:nvSpPr>
          <p:cNvPr id="2" name="Content Placeholder 1" descr="Column 2, box 1"/>
          <p:cNvSpPr>
            <a:spLocks noGrp="1"/>
          </p:cNvSpPr>
          <p:nvPr>
            <p:ph sz="quarter" idx="16"/>
          </p:nvPr>
        </p:nvSpPr>
        <p:spPr>
          <a:xfrm>
            <a:off x="15486743" y="5857197"/>
            <a:ext cx="12903200" cy="14083295"/>
          </a:xfrm>
        </p:spPr>
        <p:style>
          <a:lnRef idx="2">
            <a:schemeClr val="accent3"/>
          </a:lnRef>
          <a:fillRef idx="1">
            <a:schemeClr val="lt1"/>
          </a:fillRef>
          <a:effectRef idx="0">
            <a:schemeClr val="accent3"/>
          </a:effectRef>
          <a:fontRef idx="minor">
            <a:schemeClr val="dk1"/>
          </a:fontRef>
        </p:style>
        <p:txBody>
          <a:bodyPr/>
          <a:lstStyle/>
          <a:p>
            <a:r>
              <a:rPr lang="en-US" b="1" i="1" dirty="0">
                <a:solidFill>
                  <a:srgbClr val="52C152"/>
                </a:solidFill>
              </a:rPr>
              <a:t>Attention U-Net with 5 improvements</a:t>
            </a:r>
            <a:endParaRPr lang="en-US" dirty="0"/>
          </a:p>
          <a:p>
            <a:r>
              <a:rPr lang="it-IT" sz="3200" dirty="0"/>
              <a:t>*BCE dice loss: </a:t>
            </a:r>
            <a:r>
              <a:rPr lang="en-US" sz="3200" dirty="0"/>
              <a:t>Smooth gradients + combating positive and negative sample imbalance</a:t>
            </a:r>
          </a:p>
          <a:p>
            <a:r>
              <a:rPr lang="en-US" sz="3200" dirty="0"/>
              <a:t>Result:   </a:t>
            </a:r>
            <a:r>
              <a:rPr lang="en-US" sz="3200" dirty="0" err="1"/>
              <a:t>coef</a:t>
            </a:r>
            <a:r>
              <a:rPr lang="en-US" sz="3200" dirty="0"/>
              <a:t>  </a:t>
            </a:r>
            <a:r>
              <a:rPr lang="zh-CN" altLang="en-US" sz="3200" dirty="0"/>
              <a:t>↑ ↑        </a:t>
            </a:r>
            <a:r>
              <a:rPr lang="en-US" altLang="zh-CN" sz="3200" dirty="0"/>
              <a:t>loss  </a:t>
            </a:r>
            <a:r>
              <a:rPr lang="zh-CN" altLang="en-US" sz="3200" dirty="0"/>
              <a:t>↑ </a:t>
            </a:r>
            <a:endParaRPr lang="en-US" sz="3200" dirty="0"/>
          </a:p>
          <a:p>
            <a:r>
              <a:rPr lang="en-US" sz="3200" dirty="0"/>
              <a:t>* Data</a:t>
            </a:r>
            <a:r>
              <a:rPr lang="zh-CN" altLang="en-US" sz="3200" dirty="0"/>
              <a:t> </a:t>
            </a:r>
            <a:r>
              <a:rPr lang="en-US" altLang="zh-CN" sz="3200" dirty="0"/>
              <a:t>Filter: Remove non-landslide images to force the model to find landslide features</a:t>
            </a:r>
            <a:endParaRPr lang="en-US" sz="3200" dirty="0"/>
          </a:p>
          <a:p>
            <a:r>
              <a:rPr lang="en-US" sz="3200" dirty="0"/>
              <a:t>Result    </a:t>
            </a:r>
            <a:r>
              <a:rPr lang="en-US" sz="3200" dirty="0" err="1"/>
              <a:t>coef</a:t>
            </a:r>
            <a:r>
              <a:rPr lang="en-US" sz="3200" dirty="0"/>
              <a:t>  </a:t>
            </a:r>
            <a:r>
              <a:rPr lang="zh-CN" altLang="en-US" sz="3200" dirty="0"/>
              <a:t>↑           </a:t>
            </a:r>
            <a:r>
              <a:rPr lang="en-US" altLang="zh-CN" sz="3200" dirty="0"/>
              <a:t>loss </a:t>
            </a:r>
            <a:r>
              <a:rPr lang="zh-CN" altLang="en-US" sz="3200" dirty="0"/>
              <a:t> ↓</a:t>
            </a:r>
            <a:endParaRPr lang="en-US" sz="3200" dirty="0"/>
          </a:p>
          <a:p>
            <a:r>
              <a:rPr lang="en-US" sz="3200" dirty="0"/>
              <a:t>* Weight BCE dice loss: Minimize weighted classification loss (Over-Correction) </a:t>
            </a:r>
          </a:p>
          <a:p>
            <a:r>
              <a:rPr lang="en-US" sz="3200" dirty="0"/>
              <a:t>Result    </a:t>
            </a:r>
            <a:r>
              <a:rPr lang="en-US" altLang="zh-CN" sz="3200" dirty="0" err="1"/>
              <a:t>coef</a:t>
            </a:r>
            <a:r>
              <a:rPr lang="en-US" altLang="zh-CN" sz="3200" dirty="0"/>
              <a:t>  </a:t>
            </a:r>
            <a:r>
              <a:rPr lang="zh-CN" altLang="en-US" sz="3200" dirty="0"/>
              <a:t>↓ ↓        </a:t>
            </a:r>
            <a:r>
              <a:rPr lang="en-US" altLang="zh-CN" sz="3200" dirty="0"/>
              <a:t>loss </a:t>
            </a:r>
            <a:r>
              <a:rPr lang="zh-CN" altLang="en-US" sz="3200" dirty="0"/>
              <a:t> ↓ ↓</a:t>
            </a:r>
            <a:endParaRPr lang="en-US" sz="3200" dirty="0"/>
          </a:p>
          <a:p>
            <a:r>
              <a:rPr lang="en-GB" sz="3200" dirty="0"/>
              <a:t>* Data Augmentation: </a:t>
            </a:r>
            <a:r>
              <a:rPr lang="en-US" sz="3200" dirty="0"/>
              <a:t>Combating overfitting and improving generalization</a:t>
            </a:r>
            <a:endParaRPr lang="en-GB" sz="3200" dirty="0"/>
          </a:p>
          <a:p>
            <a:r>
              <a:rPr lang="en-GB" sz="3200" dirty="0"/>
              <a:t>Result    </a:t>
            </a:r>
            <a:r>
              <a:rPr lang="en-US" altLang="zh-CN" sz="3200" dirty="0" err="1"/>
              <a:t>coef</a:t>
            </a:r>
            <a:r>
              <a:rPr lang="en-US" altLang="zh-CN" sz="3200" dirty="0"/>
              <a:t>  </a:t>
            </a:r>
            <a:r>
              <a:rPr lang="zh-CN" altLang="en-US" sz="3200" dirty="0"/>
              <a:t>↑           </a:t>
            </a:r>
            <a:r>
              <a:rPr lang="en-US" altLang="zh-CN" sz="3200" dirty="0"/>
              <a:t>loss </a:t>
            </a:r>
            <a:r>
              <a:rPr lang="zh-CN" altLang="en-US" sz="3200" dirty="0"/>
              <a:t> ↓ </a:t>
            </a:r>
            <a:endParaRPr lang="en-GB" sz="3200" dirty="0"/>
          </a:p>
          <a:p>
            <a:r>
              <a:rPr lang="en-GB" sz="3200" dirty="0"/>
              <a:t>* Morphological post-processing: Correcting pixel-level noise</a:t>
            </a:r>
          </a:p>
          <a:p>
            <a:r>
              <a:rPr lang="en-GB" sz="3200" dirty="0"/>
              <a:t>Result    </a:t>
            </a:r>
            <a:r>
              <a:rPr lang="en-US" altLang="zh-CN" sz="3200" dirty="0" err="1"/>
              <a:t>coef</a:t>
            </a:r>
            <a:r>
              <a:rPr lang="en-US" altLang="zh-CN" sz="3200" dirty="0"/>
              <a:t>  </a:t>
            </a:r>
            <a:r>
              <a:rPr lang="zh-CN" altLang="en-US" sz="3200" dirty="0"/>
              <a:t>↑          </a:t>
            </a:r>
            <a:r>
              <a:rPr lang="en-US" altLang="zh-CN" sz="3200" dirty="0"/>
              <a:t>loss </a:t>
            </a:r>
            <a:r>
              <a:rPr lang="zh-CN" altLang="en-US" sz="3200" dirty="0"/>
              <a:t> </a:t>
            </a:r>
            <a:r>
              <a:rPr lang="en-US" altLang="zh-CN" sz="3200" dirty="0"/>
              <a:t>=</a:t>
            </a:r>
            <a:endParaRPr lang="en-GB" sz="3200" dirty="0"/>
          </a:p>
          <a:p>
            <a:endParaRPr lang="en-GB" sz="3600" dirty="0"/>
          </a:p>
        </p:txBody>
      </p:sp>
      <p:sp>
        <p:nvSpPr>
          <p:cNvPr id="38" name="Content Placeholder 37" descr="Column 2, box 2"/>
          <p:cNvSpPr>
            <a:spLocks noGrp="1"/>
          </p:cNvSpPr>
          <p:nvPr>
            <p:ph sz="quarter" idx="20"/>
          </p:nvPr>
        </p:nvSpPr>
        <p:spPr>
          <a:xfrm>
            <a:off x="15486742" y="20143694"/>
            <a:ext cx="12903201" cy="7970477"/>
          </a:xfrm>
        </p:spPr>
        <p:style>
          <a:lnRef idx="2">
            <a:schemeClr val="accent3"/>
          </a:lnRef>
          <a:fillRef idx="1">
            <a:schemeClr val="lt1"/>
          </a:fillRef>
          <a:effectRef idx="0">
            <a:schemeClr val="accent3"/>
          </a:effectRef>
          <a:fontRef idx="minor">
            <a:schemeClr val="dk1"/>
          </a:fontRef>
        </p:style>
        <p:txBody>
          <a:bodyPr/>
          <a:lstStyle/>
          <a:p>
            <a:r>
              <a:rPr lang="en-GB" sz="3600" b="1" i="1" dirty="0">
                <a:solidFill>
                  <a:srgbClr val="52C152"/>
                </a:solidFill>
              </a:rPr>
              <a:t>Sourcing </a:t>
            </a:r>
            <a:r>
              <a:rPr lang="en-GB" sz="3600" dirty="0"/>
              <a:t>     </a:t>
            </a:r>
          </a:p>
          <a:p>
            <a:r>
              <a:rPr lang="en-US" sz="3200" dirty="0"/>
              <a:t>Collection of geospatial imagery aimed studying landslide</a:t>
            </a:r>
          </a:p>
          <a:p>
            <a:r>
              <a:rPr lang="en-GB" sz="2800" dirty="0"/>
              <a:t>https://zenodo.org/records/3775870</a:t>
            </a:r>
          </a:p>
          <a:p>
            <a:r>
              <a:rPr lang="en-GB" sz="3600" b="1" i="1" dirty="0">
                <a:solidFill>
                  <a:srgbClr val="52C152"/>
                </a:solidFill>
              </a:rPr>
              <a:t>Quality</a:t>
            </a:r>
            <a:r>
              <a:rPr lang="en-GB" sz="3600" dirty="0"/>
              <a:t> </a:t>
            </a:r>
          </a:p>
          <a:p>
            <a:pPr>
              <a:spcBef>
                <a:spcPts val="0"/>
              </a:spcBef>
            </a:pPr>
            <a:r>
              <a:rPr lang="en-GB" sz="3200" dirty="0"/>
              <a:t>Input: </a:t>
            </a:r>
            <a:r>
              <a:rPr lang="en-GB" sz="3200" dirty="0" err="1"/>
              <a:t>GeoTIFF</a:t>
            </a:r>
            <a:r>
              <a:rPr lang="en-GB" sz="3200" dirty="0"/>
              <a:t> format (8-bit depth) </a:t>
            </a:r>
          </a:p>
          <a:p>
            <a:pPr>
              <a:spcBef>
                <a:spcPts val="0"/>
              </a:spcBef>
            </a:pPr>
            <a:r>
              <a:rPr lang="en-GB" sz="3200" dirty="0"/>
              <a:t>Masks: PNG format</a:t>
            </a:r>
          </a:p>
          <a:p>
            <a:r>
              <a:rPr lang="en-GB" sz="3200" dirty="0"/>
              <a:t>The masks are binary (White = Landslide scars (Target))</a:t>
            </a:r>
            <a:endParaRPr lang="en-GB" sz="3600" dirty="0"/>
          </a:p>
          <a:p>
            <a:r>
              <a:rPr lang="en-GB" sz="3600" b="1" i="1" dirty="0">
                <a:solidFill>
                  <a:srgbClr val="52C152"/>
                </a:solidFill>
              </a:rPr>
              <a:t>Training</a:t>
            </a:r>
          </a:p>
          <a:p>
            <a:endParaRPr lang="en-GB" sz="3600" dirty="0"/>
          </a:p>
          <a:p>
            <a:endParaRPr lang="en-GB" sz="3600" dirty="0"/>
          </a:p>
          <a:p>
            <a:endParaRPr lang="en-GB" sz="3600" dirty="0"/>
          </a:p>
        </p:txBody>
      </p:sp>
      <p:sp>
        <p:nvSpPr>
          <p:cNvPr id="35" name="Content Placeholder 34" descr="Column 3, box 1"/>
          <p:cNvSpPr>
            <a:spLocks noGrp="1"/>
          </p:cNvSpPr>
          <p:nvPr>
            <p:ph sz="quarter" idx="17"/>
          </p:nvPr>
        </p:nvSpPr>
        <p:spPr>
          <a:xfrm>
            <a:off x="28674000" y="5857199"/>
            <a:ext cx="13104000" cy="6687923"/>
          </a:xfrm>
        </p:spPr>
        <p:style>
          <a:lnRef idx="2">
            <a:schemeClr val="accent3"/>
          </a:lnRef>
          <a:fillRef idx="1">
            <a:schemeClr val="lt1"/>
          </a:fillRef>
          <a:effectRef idx="0">
            <a:schemeClr val="accent3"/>
          </a:effectRef>
          <a:fontRef idx="minor">
            <a:schemeClr val="dk1"/>
          </a:fontRef>
        </p:style>
        <p:txBody>
          <a:bodyPr/>
          <a:lstStyle/>
          <a:p>
            <a:r>
              <a:rPr lang="en-US" b="1" i="1" dirty="0">
                <a:solidFill>
                  <a:srgbClr val="52C152"/>
                </a:solidFill>
              </a:rPr>
              <a:t>Model Performance</a:t>
            </a:r>
          </a:p>
          <a:p>
            <a:r>
              <a:rPr lang="en-US" b="1" dirty="0"/>
              <a:t>Accuracy</a:t>
            </a:r>
            <a:r>
              <a:rPr lang="en-US" dirty="0"/>
              <a:t>: 99.23%</a:t>
            </a:r>
          </a:p>
          <a:p>
            <a:r>
              <a:rPr lang="en-US" b="1" dirty="0"/>
              <a:t>MSE</a:t>
            </a:r>
            <a:r>
              <a:rPr lang="en-US" dirty="0"/>
              <a:t>: 0.0063</a:t>
            </a:r>
          </a:p>
          <a:p>
            <a:r>
              <a:rPr lang="en-US" b="1" dirty="0"/>
              <a:t>Loss</a:t>
            </a:r>
            <a:r>
              <a:rPr lang="en-US" dirty="0"/>
              <a:t>: 0.1042</a:t>
            </a:r>
          </a:p>
          <a:p>
            <a:r>
              <a:rPr lang="en-US" b="1" dirty="0"/>
              <a:t>Coef</a:t>
            </a:r>
            <a:r>
              <a:rPr lang="en-US" dirty="0"/>
              <a:t>: 0.4449</a:t>
            </a:r>
          </a:p>
          <a:p>
            <a:r>
              <a:rPr lang="en-US" b="1" dirty="0"/>
              <a:t>Precision</a:t>
            </a:r>
            <a:r>
              <a:rPr lang="en-US" dirty="0"/>
              <a:t>: 0.4658</a:t>
            </a:r>
          </a:p>
          <a:p>
            <a:r>
              <a:rPr lang="en-US" b="1" dirty="0"/>
              <a:t>Recall</a:t>
            </a:r>
            <a:r>
              <a:rPr lang="en-US" dirty="0"/>
              <a:t>:</a:t>
            </a:r>
            <a:r>
              <a:rPr lang="en-US" altLang="zh-CN" dirty="0"/>
              <a:t> 0.8491</a:t>
            </a:r>
            <a:endParaRPr lang="en-US" dirty="0"/>
          </a:p>
          <a:p>
            <a:endParaRPr lang="en-US" dirty="0"/>
          </a:p>
          <a:p>
            <a:endParaRPr lang="en-GB" dirty="0"/>
          </a:p>
        </p:txBody>
      </p:sp>
      <p:sp>
        <p:nvSpPr>
          <p:cNvPr id="37" name="Content Placeholder 36" descr="Column 3, box 2"/>
          <p:cNvSpPr>
            <a:spLocks noGrp="1"/>
          </p:cNvSpPr>
          <p:nvPr>
            <p:ph sz="quarter" idx="19"/>
          </p:nvPr>
        </p:nvSpPr>
        <p:spPr>
          <a:xfrm>
            <a:off x="28675979" y="12598344"/>
            <a:ext cx="13104000" cy="6227448"/>
          </a:xfrm>
        </p:spPr>
        <p:style>
          <a:lnRef idx="2">
            <a:schemeClr val="accent3"/>
          </a:lnRef>
          <a:fillRef idx="1">
            <a:schemeClr val="lt1"/>
          </a:fillRef>
          <a:effectRef idx="0">
            <a:schemeClr val="accent3"/>
          </a:effectRef>
          <a:fontRef idx="minor">
            <a:schemeClr val="dk1"/>
          </a:fontRef>
        </p:style>
        <p:txBody>
          <a:bodyPr/>
          <a:lstStyle/>
          <a:p>
            <a:r>
              <a:rPr lang="en-US" b="1" i="1" dirty="0">
                <a:solidFill>
                  <a:srgbClr val="52C152"/>
                </a:solidFill>
              </a:rPr>
              <a:t>Comparison with the results of the main paper</a:t>
            </a:r>
          </a:p>
          <a:p>
            <a:endParaRPr lang="en-GB" dirty="0"/>
          </a:p>
        </p:txBody>
      </p:sp>
      <p:sp>
        <p:nvSpPr>
          <p:cNvPr id="39" name="Content Placeholder 38" descr="Column 3, box 3"/>
          <p:cNvSpPr>
            <a:spLocks noGrp="1"/>
          </p:cNvSpPr>
          <p:nvPr>
            <p:ph sz="quarter" idx="21"/>
          </p:nvPr>
        </p:nvSpPr>
        <p:spPr>
          <a:xfrm>
            <a:off x="28674000" y="18957073"/>
            <a:ext cx="13104000" cy="9157098"/>
          </a:xfrm>
        </p:spPr>
        <p:style>
          <a:lnRef idx="2">
            <a:schemeClr val="accent3"/>
          </a:lnRef>
          <a:fillRef idx="1">
            <a:schemeClr val="lt1"/>
          </a:fillRef>
          <a:effectRef idx="0">
            <a:schemeClr val="accent3"/>
          </a:effectRef>
          <a:fontRef idx="minor">
            <a:schemeClr val="dk1"/>
          </a:fontRef>
        </p:style>
        <p:txBody>
          <a:bodyPr/>
          <a:lstStyle/>
          <a:p>
            <a:r>
              <a:rPr lang="en-US" sz="3600" b="1" i="1" dirty="0">
                <a:solidFill>
                  <a:srgbClr val="52C152"/>
                </a:solidFill>
              </a:rPr>
              <a:t>Contribution to SDGs</a:t>
            </a:r>
          </a:p>
          <a:p>
            <a:r>
              <a:rPr lang="en-US" sz="3600" b="1" dirty="0"/>
              <a:t>SDG 11 </a:t>
            </a:r>
            <a:r>
              <a:rPr lang="en-US" sz="3600" dirty="0"/>
              <a:t>Protect &amp; Provide </a:t>
            </a:r>
            <a:r>
              <a:rPr lang="en-US" altLang="zh-CN" sz="3600" dirty="0"/>
              <a:t>Sustainable Cities</a:t>
            </a:r>
          </a:p>
          <a:p>
            <a:r>
              <a:rPr lang="en-US" sz="3600" b="1" dirty="0"/>
              <a:t>SDG 13 </a:t>
            </a:r>
            <a:r>
              <a:rPr lang="en-US" sz="3600" dirty="0"/>
              <a:t>Strengthen capacity to climate-related disasters</a:t>
            </a:r>
          </a:p>
          <a:p>
            <a:r>
              <a:rPr lang="en-US" sz="3600" b="1" dirty="0"/>
              <a:t>SDG 15 </a:t>
            </a:r>
            <a:r>
              <a:rPr lang="en-US" sz="3600" dirty="0"/>
              <a:t>Protect &amp; restore &amp; promote sustainable terrestrial ecosystems</a:t>
            </a:r>
          </a:p>
          <a:p>
            <a:r>
              <a:rPr lang="en-US" sz="3600" b="1" i="1" dirty="0">
                <a:solidFill>
                  <a:srgbClr val="52C152"/>
                </a:solidFill>
              </a:rPr>
              <a:t>Ethical implications</a:t>
            </a:r>
          </a:p>
          <a:p>
            <a:r>
              <a:rPr lang="en-US" sz="3600" b="1" dirty="0"/>
              <a:t>Balance: Precision &amp; Recall</a:t>
            </a:r>
          </a:p>
          <a:p>
            <a:r>
              <a:rPr lang="en-US" altLang="zh-CN" sz="3600" dirty="0"/>
              <a:t>Pro: Ethically sound design choice  Con: Ignore real warnings</a:t>
            </a:r>
          </a:p>
          <a:p>
            <a:r>
              <a:rPr lang="en-US" sz="3600" b="1" dirty="0"/>
              <a:t>Algorithmic Responsibility (Force Majeure)</a:t>
            </a:r>
          </a:p>
          <a:p>
            <a:r>
              <a:rPr lang="en-US" sz="3600" dirty="0"/>
              <a:t>Pro: Nothing for false alarms  Con: Develop interpretable model</a:t>
            </a:r>
          </a:p>
          <a:p>
            <a:endParaRPr lang="en-GB" dirty="0"/>
          </a:p>
        </p:txBody>
      </p:sp>
      <p:sp>
        <p:nvSpPr>
          <p:cNvPr id="7" name="箭头: 右 6">
            <a:extLst>
              <a:ext uri="{FF2B5EF4-FFF2-40B4-BE49-F238E27FC236}">
                <a16:creationId xmlns:a16="http://schemas.microsoft.com/office/drawing/2014/main" id="{271BC323-2E83-1FFE-7F09-C828AFA208BD}"/>
              </a:ext>
            </a:extLst>
          </p:cNvPr>
          <p:cNvSpPr/>
          <p:nvPr/>
        </p:nvSpPr>
        <p:spPr>
          <a:xfrm rot="5400000">
            <a:off x="7715250" y="6661150"/>
            <a:ext cx="1327150" cy="977900"/>
          </a:xfrm>
          <a:prstGeom prst="rightArrow">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zh-CN" altLang="en-US" dirty="0"/>
          </a:p>
        </p:txBody>
      </p:sp>
      <p:graphicFrame>
        <p:nvGraphicFramePr>
          <p:cNvPr id="8" name="表格 7">
            <a:extLst>
              <a:ext uri="{FF2B5EF4-FFF2-40B4-BE49-F238E27FC236}">
                <a16:creationId xmlns:a16="http://schemas.microsoft.com/office/drawing/2014/main" id="{EEFEC522-09E2-2995-FAF3-8C8F9F8F44A9}"/>
              </a:ext>
            </a:extLst>
          </p:cNvPr>
          <p:cNvGraphicFramePr>
            <a:graphicFrameLocks noGrp="1"/>
          </p:cNvGraphicFramePr>
          <p:nvPr>
            <p:extLst>
              <p:ext uri="{D42A27DB-BD31-4B8C-83A1-F6EECF244321}">
                <p14:modId xmlns:p14="http://schemas.microsoft.com/office/powerpoint/2010/main" val="569217093"/>
              </p:ext>
            </p:extLst>
          </p:nvPr>
        </p:nvGraphicFramePr>
        <p:xfrm>
          <a:off x="5602515" y="8606981"/>
          <a:ext cx="8679543" cy="3566160"/>
        </p:xfrm>
        <a:graphic>
          <a:graphicData uri="http://schemas.openxmlformats.org/drawingml/2006/table">
            <a:tbl>
              <a:tblPr firstRow="1" bandRow="1">
                <a:tableStyleId>{F5AB1C69-6EDB-4FF4-983F-18BD219EF322}</a:tableStyleId>
              </a:tblPr>
              <a:tblGrid>
                <a:gridCol w="1465943">
                  <a:extLst>
                    <a:ext uri="{9D8B030D-6E8A-4147-A177-3AD203B41FA5}">
                      <a16:colId xmlns:a16="http://schemas.microsoft.com/office/drawing/2014/main" val="3290839197"/>
                    </a:ext>
                  </a:extLst>
                </a:gridCol>
                <a:gridCol w="1420644">
                  <a:extLst>
                    <a:ext uri="{9D8B030D-6E8A-4147-A177-3AD203B41FA5}">
                      <a16:colId xmlns:a16="http://schemas.microsoft.com/office/drawing/2014/main" val="319633033"/>
                    </a:ext>
                  </a:extLst>
                </a:gridCol>
                <a:gridCol w="1448239">
                  <a:extLst>
                    <a:ext uri="{9D8B030D-6E8A-4147-A177-3AD203B41FA5}">
                      <a16:colId xmlns:a16="http://schemas.microsoft.com/office/drawing/2014/main" val="4035982178"/>
                    </a:ext>
                  </a:extLst>
                </a:gridCol>
                <a:gridCol w="1448239">
                  <a:extLst>
                    <a:ext uri="{9D8B030D-6E8A-4147-A177-3AD203B41FA5}">
                      <a16:colId xmlns:a16="http://schemas.microsoft.com/office/drawing/2014/main" val="4000100142"/>
                    </a:ext>
                  </a:extLst>
                </a:gridCol>
                <a:gridCol w="1448239">
                  <a:extLst>
                    <a:ext uri="{9D8B030D-6E8A-4147-A177-3AD203B41FA5}">
                      <a16:colId xmlns:a16="http://schemas.microsoft.com/office/drawing/2014/main" val="3466355073"/>
                    </a:ext>
                  </a:extLst>
                </a:gridCol>
                <a:gridCol w="1448239">
                  <a:extLst>
                    <a:ext uri="{9D8B030D-6E8A-4147-A177-3AD203B41FA5}">
                      <a16:colId xmlns:a16="http://schemas.microsoft.com/office/drawing/2014/main" val="1210758213"/>
                    </a:ext>
                  </a:extLst>
                </a:gridCol>
              </a:tblGrid>
              <a:tr h="1182892">
                <a:tc>
                  <a:txBody>
                    <a:bodyPr/>
                    <a:lstStyle/>
                    <a:p>
                      <a:r>
                        <a:rPr lang="en-US" altLang="zh-CN" sz="4000" dirty="0"/>
                        <a:t>Acc</a:t>
                      </a:r>
                      <a:endParaRPr lang="zh-CN" altLang="en-US" sz="4000" dirty="0"/>
                    </a:p>
                  </a:txBody>
                  <a:tcPr/>
                </a:tc>
                <a:tc>
                  <a:txBody>
                    <a:bodyPr/>
                    <a:lstStyle/>
                    <a:p>
                      <a:r>
                        <a:rPr lang="en-US" altLang="zh-CN" sz="3600" dirty="0" err="1"/>
                        <a:t>UNet</a:t>
                      </a:r>
                      <a:endParaRPr lang="zh-CN" altLang="en-US" sz="3600" dirty="0"/>
                    </a:p>
                  </a:txBody>
                  <a:tcPr/>
                </a:tc>
                <a:tc>
                  <a:txBody>
                    <a:bodyPr/>
                    <a:lstStyle/>
                    <a:p>
                      <a:r>
                        <a:rPr lang="en-US" altLang="zh-CN" sz="3600" dirty="0" err="1"/>
                        <a:t>Att</a:t>
                      </a:r>
                      <a:r>
                        <a:rPr lang="en-US" altLang="zh-CN" sz="3600" dirty="0"/>
                        <a:t>_</a:t>
                      </a:r>
                    </a:p>
                    <a:p>
                      <a:r>
                        <a:rPr lang="en-US" altLang="zh-CN" sz="3600" dirty="0" err="1"/>
                        <a:t>UNet</a:t>
                      </a:r>
                      <a:endParaRPr lang="zh-CN" altLang="en-US" sz="3600" dirty="0"/>
                    </a:p>
                  </a:txBody>
                  <a:tcPr/>
                </a:tc>
                <a:tc>
                  <a:txBody>
                    <a:bodyPr/>
                    <a:lstStyle/>
                    <a:p>
                      <a:r>
                        <a:rPr lang="en-US" altLang="zh-CN" sz="3600" dirty="0"/>
                        <a:t>Res</a:t>
                      </a:r>
                    </a:p>
                    <a:p>
                      <a:r>
                        <a:rPr lang="en-US" altLang="zh-CN" sz="3600" dirty="0"/>
                        <a:t>50</a:t>
                      </a:r>
                      <a:endParaRPr lang="zh-CN" altLang="en-US" sz="3600" dirty="0"/>
                    </a:p>
                  </a:txBody>
                  <a:tcPr/>
                </a:tc>
                <a:tc>
                  <a:txBody>
                    <a:bodyPr/>
                    <a:lstStyle/>
                    <a:p>
                      <a:r>
                        <a:rPr lang="en-US" altLang="zh-CN" sz="3600" dirty="0"/>
                        <a:t>FCN_</a:t>
                      </a:r>
                    </a:p>
                    <a:p>
                      <a:r>
                        <a:rPr lang="en-US" altLang="zh-CN" sz="3600" dirty="0"/>
                        <a:t>VGG</a:t>
                      </a:r>
                      <a:endParaRPr lang="zh-CN" altLang="en-US" sz="3600" dirty="0"/>
                    </a:p>
                  </a:txBody>
                  <a:tcPr/>
                </a:tc>
                <a:tc>
                  <a:txBody>
                    <a:bodyPr/>
                    <a:lstStyle/>
                    <a:p>
                      <a:r>
                        <a:rPr lang="en-US" altLang="zh-CN" sz="3600" dirty="0" err="1"/>
                        <a:t>Res_Net</a:t>
                      </a:r>
                      <a:endParaRPr lang="zh-CN" altLang="en-US" sz="3600" dirty="0"/>
                    </a:p>
                  </a:txBody>
                  <a:tcPr/>
                </a:tc>
                <a:extLst>
                  <a:ext uri="{0D108BD9-81ED-4DB2-BD59-A6C34878D82A}">
                    <a16:rowId xmlns:a16="http://schemas.microsoft.com/office/drawing/2014/main" val="3492114387"/>
                  </a:ext>
                </a:extLst>
              </a:tr>
              <a:tr h="1182892">
                <a:tc>
                  <a:txBody>
                    <a:bodyPr/>
                    <a:lstStyle/>
                    <a:p>
                      <a:r>
                        <a:rPr lang="en-US" altLang="zh-CN" sz="3600" dirty="0"/>
                        <a:t>Paper</a:t>
                      </a:r>
                      <a:endParaRPr lang="zh-CN" altLang="en-US" sz="3600" dirty="0"/>
                    </a:p>
                  </a:txBody>
                  <a:tcPr/>
                </a:tc>
                <a:tc>
                  <a:txBody>
                    <a:bodyPr/>
                    <a:lstStyle/>
                    <a:p>
                      <a:r>
                        <a:rPr lang="en-US" altLang="zh-CN" sz="3600" dirty="0"/>
                        <a:t>93.95%</a:t>
                      </a:r>
                      <a:endParaRPr lang="zh-CN" altLang="en-US" sz="3600" dirty="0"/>
                    </a:p>
                  </a:txBody>
                  <a:tcPr/>
                </a:tc>
                <a:tc>
                  <a:txBody>
                    <a:bodyPr/>
                    <a:lstStyle/>
                    <a:p>
                      <a:r>
                        <a:rPr lang="en-US" altLang="zh-CN" sz="3600" dirty="0"/>
                        <a:t>94.48%</a:t>
                      </a:r>
                      <a:endParaRPr lang="zh-CN" altLang="en-US" sz="3600" dirty="0"/>
                    </a:p>
                  </a:txBody>
                  <a:tcPr/>
                </a:tc>
                <a:tc>
                  <a:txBody>
                    <a:bodyPr/>
                    <a:lstStyle/>
                    <a:p>
                      <a:r>
                        <a:rPr lang="en-US" altLang="zh-CN" sz="3600" dirty="0"/>
                        <a:t>94.48%</a:t>
                      </a:r>
                      <a:endParaRPr lang="zh-CN" altLang="en-US" sz="3600" dirty="0"/>
                    </a:p>
                  </a:txBody>
                  <a:tcPr/>
                </a:tc>
                <a:tc>
                  <a:txBody>
                    <a:bodyPr/>
                    <a:lstStyle/>
                    <a:p>
                      <a:r>
                        <a:rPr lang="en-US" altLang="zh-CN" sz="3600" dirty="0"/>
                        <a:t>89.90%</a:t>
                      </a:r>
                      <a:endParaRPr lang="zh-CN" altLang="en-US" sz="3600" dirty="0"/>
                    </a:p>
                  </a:txBody>
                  <a:tcPr/>
                </a:tc>
                <a:tc>
                  <a:txBody>
                    <a:bodyPr/>
                    <a:lstStyle/>
                    <a:p>
                      <a:r>
                        <a:rPr lang="en-US" altLang="zh-CN" sz="3600" dirty="0"/>
                        <a:t>95.05%</a:t>
                      </a:r>
                      <a:endParaRPr lang="zh-CN" altLang="en-US" sz="3600" dirty="0"/>
                    </a:p>
                  </a:txBody>
                  <a:tcPr/>
                </a:tc>
                <a:extLst>
                  <a:ext uri="{0D108BD9-81ED-4DB2-BD59-A6C34878D82A}">
                    <a16:rowId xmlns:a16="http://schemas.microsoft.com/office/drawing/2014/main" val="968129959"/>
                  </a:ext>
                </a:extLst>
              </a:tr>
              <a:tr h="1182892">
                <a:tc>
                  <a:txBody>
                    <a:bodyPr/>
                    <a:lstStyle/>
                    <a:p>
                      <a:r>
                        <a:rPr lang="en-US" altLang="zh-CN" sz="3600" dirty="0"/>
                        <a:t>Reproduce</a:t>
                      </a:r>
                      <a:endParaRPr lang="zh-CN" altLang="en-US" sz="3600" dirty="0"/>
                    </a:p>
                  </a:txBody>
                  <a:tcPr/>
                </a:tc>
                <a:tc>
                  <a:txBody>
                    <a:bodyPr/>
                    <a:lstStyle/>
                    <a:p>
                      <a:r>
                        <a:rPr lang="en-US" altLang="zh-CN" sz="3600" dirty="0"/>
                        <a:t>94.52%</a:t>
                      </a:r>
                      <a:endParaRPr lang="zh-CN" altLang="en-US" sz="3600" dirty="0"/>
                    </a:p>
                  </a:txBody>
                  <a:tcPr/>
                </a:tc>
                <a:tc>
                  <a:txBody>
                    <a:bodyPr/>
                    <a:lstStyle/>
                    <a:p>
                      <a:r>
                        <a:rPr lang="en-US" altLang="zh-CN" sz="3600" dirty="0"/>
                        <a:t>95.24</a:t>
                      </a:r>
                    </a:p>
                    <a:p>
                      <a:r>
                        <a:rPr lang="en-US" altLang="zh-CN" sz="3600" dirty="0"/>
                        <a:t>%</a:t>
                      </a:r>
                      <a:endParaRPr lang="zh-CN" altLang="en-US" sz="3600" dirty="0"/>
                    </a:p>
                  </a:txBody>
                  <a:tcPr/>
                </a:tc>
                <a:tc>
                  <a:txBody>
                    <a:bodyPr/>
                    <a:lstStyle/>
                    <a:p>
                      <a:r>
                        <a:rPr lang="en-US" altLang="zh-CN" sz="3600" dirty="0"/>
                        <a:t>93.13%</a:t>
                      </a:r>
                      <a:endParaRPr lang="zh-CN" altLang="en-US" sz="3600" dirty="0"/>
                    </a:p>
                  </a:txBody>
                  <a:tcPr/>
                </a:tc>
                <a:tc>
                  <a:txBody>
                    <a:bodyPr/>
                    <a:lstStyle/>
                    <a:p>
                      <a:r>
                        <a:rPr lang="en-US" altLang="zh-CN" sz="3600" dirty="0"/>
                        <a:t>89.24%</a:t>
                      </a:r>
                      <a:endParaRPr lang="zh-CN" altLang="en-US" sz="3600" dirty="0"/>
                    </a:p>
                  </a:txBody>
                  <a:tcPr/>
                </a:tc>
                <a:tc>
                  <a:txBody>
                    <a:bodyPr/>
                    <a:lstStyle/>
                    <a:p>
                      <a:r>
                        <a:rPr lang="en-US" altLang="zh-CN" sz="3600" dirty="0"/>
                        <a:t>87.80%</a:t>
                      </a:r>
                      <a:endParaRPr lang="zh-CN" altLang="en-US" sz="3600" dirty="0"/>
                    </a:p>
                  </a:txBody>
                  <a:tcPr/>
                </a:tc>
                <a:extLst>
                  <a:ext uri="{0D108BD9-81ED-4DB2-BD59-A6C34878D82A}">
                    <a16:rowId xmlns:a16="http://schemas.microsoft.com/office/drawing/2014/main" val="3850010320"/>
                  </a:ext>
                </a:extLst>
              </a:tr>
            </a:tbl>
          </a:graphicData>
        </a:graphic>
      </p:graphicFrame>
      <p:sp>
        <p:nvSpPr>
          <p:cNvPr id="9" name="箭头: 右 8">
            <a:extLst>
              <a:ext uri="{FF2B5EF4-FFF2-40B4-BE49-F238E27FC236}">
                <a16:creationId xmlns:a16="http://schemas.microsoft.com/office/drawing/2014/main" id="{38F5B352-11C3-EAE2-ED83-C3FAC5EC3723}"/>
              </a:ext>
            </a:extLst>
          </p:cNvPr>
          <p:cNvSpPr/>
          <p:nvPr/>
        </p:nvSpPr>
        <p:spPr>
          <a:xfrm>
            <a:off x="6719800" y="15927894"/>
            <a:ext cx="1727200" cy="595086"/>
          </a:xfrm>
          <a:prstGeom prst="rightArrow">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zh-CN" altLang="en-US"/>
          </a:p>
        </p:txBody>
      </p:sp>
      <p:sp>
        <p:nvSpPr>
          <p:cNvPr id="10" name="箭头: 下 9">
            <a:extLst>
              <a:ext uri="{FF2B5EF4-FFF2-40B4-BE49-F238E27FC236}">
                <a16:creationId xmlns:a16="http://schemas.microsoft.com/office/drawing/2014/main" id="{13DE3019-3F68-A40D-BE15-232C2DBBDA6F}"/>
              </a:ext>
            </a:extLst>
          </p:cNvPr>
          <p:cNvSpPr/>
          <p:nvPr/>
        </p:nvSpPr>
        <p:spPr>
          <a:xfrm>
            <a:off x="7131870" y="16522980"/>
            <a:ext cx="707118" cy="1132114"/>
          </a:xfrm>
          <a:prstGeom prst="downArrow">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zh-CN" altLang="en-US"/>
          </a:p>
        </p:txBody>
      </p:sp>
      <p:graphicFrame>
        <p:nvGraphicFramePr>
          <p:cNvPr id="11" name="表格 10">
            <a:extLst>
              <a:ext uri="{FF2B5EF4-FFF2-40B4-BE49-F238E27FC236}">
                <a16:creationId xmlns:a16="http://schemas.microsoft.com/office/drawing/2014/main" id="{49DE93AD-87BB-9D94-4247-03FE23A9253D}"/>
              </a:ext>
            </a:extLst>
          </p:cNvPr>
          <p:cNvGraphicFramePr>
            <a:graphicFrameLocks noGrp="1"/>
          </p:cNvGraphicFramePr>
          <p:nvPr>
            <p:extLst>
              <p:ext uri="{D42A27DB-BD31-4B8C-83A1-F6EECF244321}">
                <p14:modId xmlns:p14="http://schemas.microsoft.com/office/powerpoint/2010/main" val="1235912545"/>
              </p:ext>
            </p:extLst>
          </p:nvPr>
        </p:nvGraphicFramePr>
        <p:xfrm>
          <a:off x="18135601" y="25146878"/>
          <a:ext cx="6930914" cy="2764092"/>
        </p:xfrm>
        <a:graphic>
          <a:graphicData uri="http://schemas.openxmlformats.org/drawingml/2006/table">
            <a:tbl>
              <a:tblPr firstRow="1" bandRow="1">
                <a:tableStyleId>{8799B23B-EC83-4686-B30A-512413B5E67A}</a:tableStyleId>
              </a:tblPr>
              <a:tblGrid>
                <a:gridCol w="3465457">
                  <a:extLst>
                    <a:ext uri="{9D8B030D-6E8A-4147-A177-3AD203B41FA5}">
                      <a16:colId xmlns:a16="http://schemas.microsoft.com/office/drawing/2014/main" val="2451545726"/>
                    </a:ext>
                  </a:extLst>
                </a:gridCol>
                <a:gridCol w="3465457">
                  <a:extLst>
                    <a:ext uri="{9D8B030D-6E8A-4147-A177-3AD203B41FA5}">
                      <a16:colId xmlns:a16="http://schemas.microsoft.com/office/drawing/2014/main" val="411380492"/>
                    </a:ext>
                  </a:extLst>
                </a:gridCol>
              </a:tblGrid>
              <a:tr h="921364">
                <a:tc>
                  <a:txBody>
                    <a:bodyPr/>
                    <a:lstStyle/>
                    <a:p>
                      <a:r>
                        <a:rPr lang="en-US" altLang="zh-CN" sz="3600" b="0" dirty="0"/>
                        <a:t>Training</a:t>
                      </a:r>
                      <a:endParaRPr lang="zh-CN" altLang="en-US" sz="3600" b="0" dirty="0"/>
                    </a:p>
                  </a:txBody>
                  <a:tcPr/>
                </a:tc>
                <a:tc>
                  <a:txBody>
                    <a:bodyPr/>
                    <a:lstStyle/>
                    <a:p>
                      <a:r>
                        <a:rPr lang="en-US" altLang="zh-CN" sz="3600" b="0" dirty="0"/>
                        <a:t>125 images</a:t>
                      </a:r>
                      <a:endParaRPr lang="zh-CN" altLang="en-US" sz="3600" b="0" dirty="0"/>
                    </a:p>
                  </a:txBody>
                  <a:tcPr/>
                </a:tc>
                <a:extLst>
                  <a:ext uri="{0D108BD9-81ED-4DB2-BD59-A6C34878D82A}">
                    <a16:rowId xmlns:a16="http://schemas.microsoft.com/office/drawing/2014/main" val="2967857852"/>
                  </a:ext>
                </a:extLst>
              </a:tr>
              <a:tr h="921364">
                <a:tc>
                  <a:txBody>
                    <a:bodyPr/>
                    <a:lstStyle/>
                    <a:p>
                      <a:r>
                        <a:rPr lang="en-US" altLang="zh-CN" sz="3600" dirty="0"/>
                        <a:t>Validation</a:t>
                      </a:r>
                      <a:endParaRPr lang="zh-CN" altLang="en-US" sz="3600" dirty="0"/>
                    </a:p>
                  </a:txBody>
                  <a:tcPr/>
                </a:tc>
                <a:tc>
                  <a:txBody>
                    <a:bodyPr/>
                    <a:lstStyle/>
                    <a:p>
                      <a:r>
                        <a:rPr lang="en-US" altLang="zh-CN" sz="3600" dirty="0"/>
                        <a:t>10 images</a:t>
                      </a:r>
                      <a:endParaRPr lang="zh-CN" altLang="en-US" sz="3600" dirty="0"/>
                    </a:p>
                  </a:txBody>
                  <a:tcPr/>
                </a:tc>
                <a:extLst>
                  <a:ext uri="{0D108BD9-81ED-4DB2-BD59-A6C34878D82A}">
                    <a16:rowId xmlns:a16="http://schemas.microsoft.com/office/drawing/2014/main" val="983200654"/>
                  </a:ext>
                </a:extLst>
              </a:tr>
              <a:tr h="921364">
                <a:tc>
                  <a:txBody>
                    <a:bodyPr/>
                    <a:lstStyle/>
                    <a:p>
                      <a:r>
                        <a:rPr lang="en-US" altLang="zh-CN" sz="3600" dirty="0"/>
                        <a:t>Test</a:t>
                      </a:r>
                      <a:endParaRPr lang="zh-CN" altLang="en-US" sz="3600" dirty="0"/>
                    </a:p>
                  </a:txBody>
                  <a:tcPr/>
                </a:tc>
                <a:tc>
                  <a:txBody>
                    <a:bodyPr/>
                    <a:lstStyle/>
                    <a:p>
                      <a:r>
                        <a:rPr lang="en-US" altLang="zh-CN" sz="3600" dirty="0"/>
                        <a:t>10 images</a:t>
                      </a:r>
                      <a:endParaRPr lang="zh-CN" altLang="en-US" sz="3600" dirty="0"/>
                    </a:p>
                  </a:txBody>
                  <a:tcPr/>
                </a:tc>
                <a:extLst>
                  <a:ext uri="{0D108BD9-81ED-4DB2-BD59-A6C34878D82A}">
                    <a16:rowId xmlns:a16="http://schemas.microsoft.com/office/drawing/2014/main" val="885651269"/>
                  </a:ext>
                </a:extLst>
              </a:tr>
            </a:tbl>
          </a:graphicData>
        </a:graphic>
      </p:graphicFrame>
      <p:graphicFrame>
        <p:nvGraphicFramePr>
          <p:cNvPr id="15" name="表格 14">
            <a:extLst>
              <a:ext uri="{FF2B5EF4-FFF2-40B4-BE49-F238E27FC236}">
                <a16:creationId xmlns:a16="http://schemas.microsoft.com/office/drawing/2014/main" id="{269F0B57-6C03-5C14-D160-522604C5AC01}"/>
              </a:ext>
            </a:extLst>
          </p:cNvPr>
          <p:cNvGraphicFramePr>
            <a:graphicFrameLocks noGrp="1"/>
          </p:cNvGraphicFramePr>
          <p:nvPr>
            <p:extLst>
              <p:ext uri="{D42A27DB-BD31-4B8C-83A1-F6EECF244321}">
                <p14:modId xmlns:p14="http://schemas.microsoft.com/office/powerpoint/2010/main" val="3860809058"/>
              </p:ext>
            </p:extLst>
          </p:nvPr>
        </p:nvGraphicFramePr>
        <p:xfrm>
          <a:off x="28792676" y="13241406"/>
          <a:ext cx="12866648" cy="5372976"/>
        </p:xfrm>
        <a:graphic>
          <a:graphicData uri="http://schemas.openxmlformats.org/drawingml/2006/table">
            <a:tbl>
              <a:tblPr firstRow="1" bandRow="1">
                <a:tableStyleId>{F5AB1C69-6EDB-4FF4-983F-18BD219EF322}</a:tableStyleId>
              </a:tblPr>
              <a:tblGrid>
                <a:gridCol w="3216662">
                  <a:extLst>
                    <a:ext uri="{9D8B030D-6E8A-4147-A177-3AD203B41FA5}">
                      <a16:colId xmlns:a16="http://schemas.microsoft.com/office/drawing/2014/main" val="1819560548"/>
                    </a:ext>
                  </a:extLst>
                </a:gridCol>
                <a:gridCol w="3216662">
                  <a:extLst>
                    <a:ext uri="{9D8B030D-6E8A-4147-A177-3AD203B41FA5}">
                      <a16:colId xmlns:a16="http://schemas.microsoft.com/office/drawing/2014/main" val="703574413"/>
                    </a:ext>
                  </a:extLst>
                </a:gridCol>
                <a:gridCol w="3216662">
                  <a:extLst>
                    <a:ext uri="{9D8B030D-6E8A-4147-A177-3AD203B41FA5}">
                      <a16:colId xmlns:a16="http://schemas.microsoft.com/office/drawing/2014/main" val="647271765"/>
                    </a:ext>
                  </a:extLst>
                </a:gridCol>
                <a:gridCol w="3216662">
                  <a:extLst>
                    <a:ext uri="{9D8B030D-6E8A-4147-A177-3AD203B41FA5}">
                      <a16:colId xmlns:a16="http://schemas.microsoft.com/office/drawing/2014/main" val="3332223930"/>
                    </a:ext>
                  </a:extLst>
                </a:gridCol>
              </a:tblGrid>
              <a:tr h="1046064">
                <a:tc>
                  <a:txBody>
                    <a:bodyPr/>
                    <a:lstStyle/>
                    <a:p>
                      <a:endParaRPr lang="zh-CN" altLang="en-US" sz="3600" dirty="0"/>
                    </a:p>
                  </a:txBody>
                  <a:tcPr/>
                </a:tc>
                <a:tc>
                  <a:txBody>
                    <a:bodyPr/>
                    <a:lstStyle/>
                    <a:p>
                      <a:r>
                        <a:rPr lang="en-US" altLang="zh-CN" sz="3600" dirty="0"/>
                        <a:t>Accuracy</a:t>
                      </a:r>
                      <a:endParaRPr lang="zh-CN" altLang="en-US" sz="3600" dirty="0"/>
                    </a:p>
                  </a:txBody>
                  <a:tcPr/>
                </a:tc>
                <a:tc>
                  <a:txBody>
                    <a:bodyPr/>
                    <a:lstStyle/>
                    <a:p>
                      <a:r>
                        <a:rPr lang="en-US" altLang="zh-CN" sz="3600" dirty="0"/>
                        <a:t>Loss</a:t>
                      </a:r>
                      <a:endParaRPr lang="zh-CN" altLang="en-US" sz="3600" dirty="0"/>
                    </a:p>
                  </a:txBody>
                  <a:tcPr/>
                </a:tc>
                <a:tc>
                  <a:txBody>
                    <a:bodyPr/>
                    <a:lstStyle/>
                    <a:p>
                      <a:r>
                        <a:rPr lang="en-US" altLang="zh-CN" sz="3600" dirty="0"/>
                        <a:t>Coef</a:t>
                      </a:r>
                      <a:endParaRPr lang="zh-CN" altLang="en-US" sz="3600" dirty="0"/>
                    </a:p>
                  </a:txBody>
                  <a:tcPr/>
                </a:tc>
                <a:extLst>
                  <a:ext uri="{0D108BD9-81ED-4DB2-BD59-A6C34878D82A}">
                    <a16:rowId xmlns:a16="http://schemas.microsoft.com/office/drawing/2014/main" val="3377598323"/>
                  </a:ext>
                </a:extLst>
              </a:tr>
              <a:tr h="1046064">
                <a:tc>
                  <a:txBody>
                    <a:bodyPr/>
                    <a:lstStyle/>
                    <a:p>
                      <a:pPr marL="0" marR="0" lvl="0" indent="0" algn="l" defTabSz="3209320" rtl="0" eaLnBrk="1" fontAlgn="auto" latinLnBrk="0" hangingPunct="1">
                        <a:lnSpc>
                          <a:spcPct val="100000"/>
                        </a:lnSpc>
                        <a:spcBef>
                          <a:spcPts val="0"/>
                        </a:spcBef>
                        <a:spcAft>
                          <a:spcPts val="0"/>
                        </a:spcAft>
                        <a:buClrTx/>
                        <a:buSzTx/>
                        <a:buFontTx/>
                        <a:buNone/>
                        <a:tabLst/>
                        <a:defRPr/>
                      </a:pPr>
                      <a:r>
                        <a:rPr lang="en-US" altLang="zh-CN" sz="3600" dirty="0" err="1"/>
                        <a:t>Improve_Att_UNet</a:t>
                      </a:r>
                      <a:endParaRPr lang="zh-CN" altLang="en-US" sz="3600" dirty="0"/>
                    </a:p>
                  </a:txBody>
                  <a:tcPr/>
                </a:tc>
                <a:tc>
                  <a:txBody>
                    <a:bodyPr/>
                    <a:lstStyle/>
                    <a:p>
                      <a:r>
                        <a:rPr lang="en-US" altLang="zh-CN" sz="3600" dirty="0"/>
                        <a:t>99.23%</a:t>
                      </a:r>
                      <a:endParaRPr lang="zh-CN" altLang="en-US" sz="3600" dirty="0"/>
                    </a:p>
                  </a:txBody>
                  <a:tcPr/>
                </a:tc>
                <a:tc>
                  <a:txBody>
                    <a:bodyPr/>
                    <a:lstStyle/>
                    <a:p>
                      <a:r>
                        <a:rPr lang="en-US" altLang="zh-CN" sz="3600" dirty="0"/>
                        <a:t>0.1042</a:t>
                      </a:r>
                      <a:endParaRPr lang="zh-CN" altLang="en-US" sz="3600" dirty="0"/>
                    </a:p>
                  </a:txBody>
                  <a:tcPr/>
                </a:tc>
                <a:tc>
                  <a:txBody>
                    <a:bodyPr/>
                    <a:lstStyle/>
                    <a:p>
                      <a:r>
                        <a:rPr lang="en-US" altLang="zh-CN" sz="3600" dirty="0"/>
                        <a:t>0.4449</a:t>
                      </a:r>
                      <a:endParaRPr lang="zh-CN" altLang="en-US" sz="3600" dirty="0"/>
                    </a:p>
                  </a:txBody>
                  <a:tcPr/>
                </a:tc>
                <a:extLst>
                  <a:ext uri="{0D108BD9-81ED-4DB2-BD59-A6C34878D82A}">
                    <a16:rowId xmlns:a16="http://schemas.microsoft.com/office/drawing/2014/main" val="1322563010"/>
                  </a:ext>
                </a:extLst>
              </a:tr>
              <a:tr h="1046064">
                <a:tc>
                  <a:txBody>
                    <a:bodyPr/>
                    <a:lstStyle/>
                    <a:p>
                      <a:r>
                        <a:rPr lang="en-US" altLang="zh-CN" sz="3600" dirty="0" err="1"/>
                        <a:t>Att_UNet</a:t>
                      </a:r>
                      <a:endParaRPr lang="zh-CN" altLang="en-US" sz="3600" dirty="0"/>
                    </a:p>
                  </a:txBody>
                  <a:tcPr/>
                </a:tc>
                <a:tc>
                  <a:txBody>
                    <a:bodyPr/>
                    <a:lstStyle/>
                    <a:p>
                      <a:r>
                        <a:rPr lang="en-US" altLang="zh-CN" sz="3600" dirty="0"/>
                        <a:t>98.66%</a:t>
                      </a:r>
                      <a:endParaRPr lang="zh-CN" altLang="en-US" sz="3600" dirty="0"/>
                    </a:p>
                  </a:txBody>
                  <a:tcPr/>
                </a:tc>
                <a:tc>
                  <a:txBody>
                    <a:bodyPr/>
                    <a:lstStyle/>
                    <a:p>
                      <a:r>
                        <a:rPr lang="en-US" altLang="zh-CN" sz="3600" dirty="0"/>
                        <a:t>0.7421</a:t>
                      </a:r>
                      <a:endParaRPr lang="zh-CN" altLang="en-US" sz="3600" dirty="0"/>
                    </a:p>
                  </a:txBody>
                  <a:tcPr/>
                </a:tc>
                <a:tc>
                  <a:txBody>
                    <a:bodyPr/>
                    <a:lstStyle/>
                    <a:p>
                      <a:r>
                        <a:rPr lang="en-US" altLang="zh-CN" sz="3600" dirty="0"/>
                        <a:t>0.5317</a:t>
                      </a:r>
                      <a:endParaRPr lang="zh-CN" altLang="en-US" sz="3600" dirty="0"/>
                    </a:p>
                  </a:txBody>
                  <a:tcPr/>
                </a:tc>
                <a:extLst>
                  <a:ext uri="{0D108BD9-81ED-4DB2-BD59-A6C34878D82A}">
                    <a16:rowId xmlns:a16="http://schemas.microsoft.com/office/drawing/2014/main" val="64510108"/>
                  </a:ext>
                </a:extLst>
              </a:tr>
              <a:tr h="1046064">
                <a:tc>
                  <a:txBody>
                    <a:bodyPr/>
                    <a:lstStyle/>
                    <a:p>
                      <a:r>
                        <a:rPr lang="en-US" altLang="zh-CN" sz="3600" dirty="0"/>
                        <a:t>FCN_VGG</a:t>
                      </a:r>
                    </a:p>
                  </a:txBody>
                  <a:tcPr/>
                </a:tc>
                <a:tc>
                  <a:txBody>
                    <a:bodyPr/>
                    <a:lstStyle/>
                    <a:p>
                      <a:r>
                        <a:rPr lang="en-US" altLang="zh-CN" sz="3600" dirty="0"/>
                        <a:t>98.22%</a:t>
                      </a:r>
                      <a:endParaRPr lang="zh-CN" altLang="en-US" sz="3600" dirty="0"/>
                    </a:p>
                  </a:txBody>
                  <a:tcPr/>
                </a:tc>
                <a:tc>
                  <a:txBody>
                    <a:bodyPr/>
                    <a:lstStyle/>
                    <a:p>
                      <a:r>
                        <a:rPr lang="en-US" altLang="zh-CN" sz="3600" dirty="0"/>
                        <a:t>0.6920</a:t>
                      </a:r>
                      <a:endParaRPr lang="zh-CN" altLang="en-US" sz="3600" dirty="0"/>
                    </a:p>
                  </a:txBody>
                  <a:tcPr/>
                </a:tc>
                <a:tc>
                  <a:txBody>
                    <a:bodyPr/>
                    <a:lstStyle/>
                    <a:p>
                      <a:r>
                        <a:rPr lang="en-US" altLang="zh-CN" sz="3600" dirty="0"/>
                        <a:t>0.0797</a:t>
                      </a:r>
                      <a:endParaRPr lang="zh-CN" altLang="en-US" sz="3600" dirty="0"/>
                    </a:p>
                  </a:txBody>
                  <a:tcPr/>
                </a:tc>
                <a:extLst>
                  <a:ext uri="{0D108BD9-81ED-4DB2-BD59-A6C34878D82A}">
                    <a16:rowId xmlns:a16="http://schemas.microsoft.com/office/drawing/2014/main" val="1056277419"/>
                  </a:ext>
                </a:extLst>
              </a:tr>
              <a:tr h="1046064">
                <a:tc>
                  <a:txBody>
                    <a:bodyPr/>
                    <a:lstStyle/>
                    <a:p>
                      <a:r>
                        <a:rPr lang="en-US" altLang="zh-CN" sz="3600" dirty="0" err="1"/>
                        <a:t>Res_Net</a:t>
                      </a:r>
                      <a:endParaRPr lang="en-US" altLang="zh-CN" sz="3600" dirty="0"/>
                    </a:p>
                  </a:txBody>
                  <a:tcPr/>
                </a:tc>
                <a:tc>
                  <a:txBody>
                    <a:bodyPr/>
                    <a:lstStyle/>
                    <a:p>
                      <a:r>
                        <a:rPr lang="en-US" altLang="zh-CN" sz="3600" dirty="0"/>
                        <a:t>99.04%</a:t>
                      </a:r>
                      <a:endParaRPr lang="zh-CN" altLang="en-US" sz="3600" dirty="0"/>
                    </a:p>
                  </a:txBody>
                  <a:tcPr/>
                </a:tc>
                <a:tc>
                  <a:txBody>
                    <a:bodyPr/>
                    <a:lstStyle/>
                    <a:p>
                      <a:r>
                        <a:rPr lang="en-US" altLang="zh-CN" sz="3600" dirty="0"/>
                        <a:t>0.6401</a:t>
                      </a:r>
                      <a:endParaRPr lang="zh-CN" altLang="en-US" sz="3600" dirty="0"/>
                    </a:p>
                  </a:txBody>
                  <a:tcPr/>
                </a:tc>
                <a:tc>
                  <a:txBody>
                    <a:bodyPr/>
                    <a:lstStyle/>
                    <a:p>
                      <a:r>
                        <a:rPr lang="en-US" altLang="zh-CN" sz="3600" dirty="0"/>
                        <a:t>0.1207</a:t>
                      </a:r>
                      <a:endParaRPr lang="zh-CN" altLang="en-US" sz="3600" dirty="0"/>
                    </a:p>
                  </a:txBody>
                  <a:tcPr/>
                </a:tc>
                <a:extLst>
                  <a:ext uri="{0D108BD9-81ED-4DB2-BD59-A6C34878D82A}">
                    <a16:rowId xmlns:a16="http://schemas.microsoft.com/office/drawing/2014/main" val="1167906174"/>
                  </a:ext>
                </a:extLst>
              </a:tr>
            </a:tbl>
          </a:graphicData>
        </a:graphic>
      </p:graphicFrame>
      <p:pic>
        <p:nvPicPr>
          <p:cNvPr id="4" name="图片 3" descr="图示&#10;&#10;AI 生成的内容可能不正确。">
            <a:extLst>
              <a:ext uri="{FF2B5EF4-FFF2-40B4-BE49-F238E27FC236}">
                <a16:creationId xmlns:a16="http://schemas.microsoft.com/office/drawing/2014/main" id="{1CA05EE2-9928-F8D9-B7D7-0B455C7CC1AF}"/>
              </a:ext>
            </a:extLst>
          </p:cNvPr>
          <p:cNvPicPr>
            <a:picLocks noChangeAspect="1"/>
          </p:cNvPicPr>
          <p:nvPr/>
        </p:nvPicPr>
        <p:blipFill>
          <a:blip r:embed="rId2"/>
          <a:stretch>
            <a:fillRect/>
          </a:stretch>
        </p:blipFill>
        <p:spPr>
          <a:xfrm>
            <a:off x="17584576" y="17310398"/>
            <a:ext cx="8730332" cy="2607968"/>
          </a:xfrm>
          <a:prstGeom prst="rect">
            <a:avLst/>
          </a:prstGeom>
        </p:spPr>
      </p:pic>
    </p:spTree>
    <p:extLst>
      <p:ext uri="{BB962C8B-B14F-4D97-AF65-F5344CB8AC3E}">
        <p14:creationId xmlns:p14="http://schemas.microsoft.com/office/powerpoint/2010/main" val="3552670003"/>
      </p:ext>
    </p:extLst>
  </p:cSld>
  <p:clrMapOvr>
    <a:masterClrMapping/>
  </p:clrMapOvr>
</p:sld>
</file>

<file path=ppt/theme/theme1.xml><?xml version="1.0" encoding="utf-8"?>
<a:theme xmlns:a="http://schemas.openxmlformats.org/drawingml/2006/main" name="UCL_Yellow_A0_Landscape_Poster_Theme">
  <a:themeElements>
    <a:clrScheme name="UCL Yellow Theme">
      <a:dk1>
        <a:srgbClr val="000000"/>
      </a:dk1>
      <a:lt1>
        <a:srgbClr val="FFFFFF"/>
      </a:lt1>
      <a:dk2>
        <a:srgbClr val="F6BE00"/>
      </a:dk2>
      <a:lt2>
        <a:srgbClr val="FDF2CC"/>
      </a:lt2>
      <a:accent1>
        <a:srgbClr val="002855"/>
      </a:accent1>
      <a:accent2>
        <a:srgbClr val="0097A9"/>
      </a:accent2>
      <a:accent3>
        <a:srgbClr val="8F993E"/>
      </a:accent3>
      <a:accent4>
        <a:srgbClr val="93272C"/>
      </a:accent4>
      <a:accent5>
        <a:srgbClr val="EA7600"/>
      </a:accent5>
      <a:accent6>
        <a:srgbClr val="E03C31"/>
      </a:accent6>
      <a:hlink>
        <a:srgbClr val="0097A9"/>
      </a:hlink>
      <a:folHlink>
        <a:srgbClr val="0097A9"/>
      </a:folHlink>
    </a:clrScheme>
    <a:fontScheme name="Arial">
      <a:majorFont>
        <a:latin typeface="Arial"/>
        <a:ea typeface=""/>
        <a:cs typeface=""/>
      </a:majorFont>
      <a:minorFont>
        <a:latin typeface="Arial"/>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UCL_A0_Landscape_Poster_Master.potx" id="{C4B57C85-6A35-44A2-A3FB-7E1C192E1B81}" vid="{30E76ECF-AC67-4D56-A665-6996B823F81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994ADD47B68F244089BBDDC01A883908" ma:contentTypeVersion="13" ma:contentTypeDescription="Create a new document." ma:contentTypeScope="" ma:versionID="1a95ec089373963790b30efd154ab720">
  <xsd:schema xmlns:xsd="http://www.w3.org/2001/XMLSchema" xmlns:xs="http://www.w3.org/2001/XMLSchema" xmlns:p="http://schemas.microsoft.com/office/2006/metadata/properties" xmlns:ns3="d5fb6ed1-db9c-48a3-a5c6-9c2d850d1a1b" xmlns:ns4="31319a9f-c50a-4d3b-8fa9-492cace4e4c3" targetNamespace="http://schemas.microsoft.com/office/2006/metadata/properties" ma:root="true" ma:fieldsID="638ba751aff1c145b5af88aaaab0b652" ns3:_="" ns4:_="">
    <xsd:import namespace="d5fb6ed1-db9c-48a3-a5c6-9c2d850d1a1b"/>
    <xsd:import namespace="31319a9f-c50a-4d3b-8fa9-492cace4e4c3"/>
    <xsd:element name="properties">
      <xsd:complexType>
        <xsd:sequence>
          <xsd:element name="documentManagement">
            <xsd:complexType>
              <xsd:all>
                <xsd:element ref="ns3:SharedWithUsers" minOccurs="0"/>
                <xsd:element ref="ns3:SharedWithDetails" minOccurs="0"/>
                <xsd:element ref="ns3:SharingHintHash" minOccurs="0"/>
                <xsd:element ref="ns4:MediaServiceMetadata" minOccurs="0"/>
                <xsd:element ref="ns4:MediaServiceFastMetadata" minOccurs="0"/>
                <xsd:element ref="ns4:MediaServiceDateTaken" minOccurs="0"/>
                <xsd:element ref="ns4:MediaServiceAutoTags" minOccurs="0"/>
                <xsd:element ref="ns4:MediaServiceOCR" minOccurs="0"/>
                <xsd:element ref="ns4:MediaServiceLocation" minOccurs="0"/>
                <xsd:element ref="ns4:MediaServiceGenerationTime" minOccurs="0"/>
                <xsd:element ref="ns4:MediaServiceEventHashCode" minOccurs="0"/>
                <xsd:element ref="ns4:MediaServiceAutoKeyPoints" minOccurs="0"/>
                <xsd:element ref="ns4:MediaServiceKeyPoi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5fb6ed1-db9c-48a3-a5c6-9c2d850d1a1b" elementFormDefault="qualified">
    <xsd:import namespace="http://schemas.microsoft.com/office/2006/documentManagement/types"/>
    <xsd:import namespace="http://schemas.microsoft.com/office/infopath/2007/PartnerControls"/>
    <xsd:element name="SharedWithUsers" ma:index="8" nillable="true" ma:displayName="Shared With" ma:descripti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description="" ma:internalName="SharedWithDetails" ma:readOnly="true">
      <xsd:simpleType>
        <xsd:restriction base="dms:Note">
          <xsd:maxLength value="255"/>
        </xsd:restriction>
      </xsd:simpleType>
    </xsd:element>
    <xsd:element name="SharingHintHash" ma:index="10" nillable="true" ma:displayName="Sharing Hint Hash" ma:description="" ma:hidden="true" ma:internalName="SharingHintHash"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31319a9f-c50a-4d3b-8fa9-492cace4e4c3" elementFormDefault="qualified">
    <xsd:import namespace="http://schemas.microsoft.com/office/2006/documentManagement/types"/>
    <xsd:import namespace="http://schemas.microsoft.com/office/infopath/2007/PartnerControls"/>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DateTaken" ma:index="13" nillable="true" ma:displayName="MediaServiceDateTaken" ma:hidden="true" ma:internalName="MediaServiceDateTaken" ma:readOnly="true">
      <xsd:simpleType>
        <xsd:restriction base="dms:Text"/>
      </xsd:simpleType>
    </xsd:element>
    <xsd:element name="MediaServiceAutoTags" ma:index="14" nillable="true" ma:displayName="MediaServiceAutoTags" ma:internalName="MediaServiceAutoTags"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Location" ma:index="16" nillable="true" ma:displayName="Location" ma:internalName="MediaServiceLocation" ma:readOnly="true">
      <xsd:simpleType>
        <xsd:restriction base="dms:Text"/>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ServiceAutoKeyPoints" ma:index="19" nillable="true" ma:displayName="MediaServiceAutoKeyPoints" ma:hidden="true" ma:internalName="MediaServiceAutoKeyPoints" ma:readOnly="true">
      <xsd:simpleType>
        <xsd:restriction base="dms:Note"/>
      </xsd:simpleType>
    </xsd:element>
    <xsd:element name="MediaServiceKeyPoints" ma:index="20" nillable="true" ma:displayName="KeyPoints" ma:internalName="MediaServiceKeyPoint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CE35FEB0-B839-4E5E-AADA-024AA63178E7}">
  <ds:schemaRefs>
    <ds:schemaRef ds:uri="http://purl.org/dc/elements/1.1/"/>
    <ds:schemaRef ds:uri="http://www.w3.org/XML/1998/namespace"/>
    <ds:schemaRef ds:uri="http://schemas.microsoft.com/office/2006/metadata/properties"/>
    <ds:schemaRef ds:uri="http://schemas.microsoft.com/office/2006/documentManagement/types"/>
    <ds:schemaRef ds:uri="http://purl.org/dc/terms/"/>
    <ds:schemaRef ds:uri="http://schemas.microsoft.com/office/infopath/2007/PartnerControls"/>
    <ds:schemaRef ds:uri="http://schemas.openxmlformats.org/package/2006/metadata/core-properties"/>
    <ds:schemaRef ds:uri="31319a9f-c50a-4d3b-8fa9-492cace4e4c3"/>
    <ds:schemaRef ds:uri="d5fb6ed1-db9c-48a3-a5c6-9c2d850d1a1b"/>
    <ds:schemaRef ds:uri="http://purl.org/dc/dcmitype/"/>
  </ds:schemaRefs>
</ds:datastoreItem>
</file>

<file path=customXml/itemProps2.xml><?xml version="1.0" encoding="utf-8"?>
<ds:datastoreItem xmlns:ds="http://schemas.openxmlformats.org/officeDocument/2006/customXml" ds:itemID="{3093D280-CC88-44B2-A27A-0AE5D325F8B8}">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d5fb6ed1-db9c-48a3-a5c6-9c2d850d1a1b"/>
    <ds:schemaRef ds:uri="31319a9f-c50a-4d3b-8fa9-492cace4e4c3"/>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E74005A4-B56F-4752-B379-808441D9ECD6}">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UCL_Yellow_A0_Landscape_Poster_Theme</Template>
  <TotalTime>1358</TotalTime>
  <Words>439</Words>
  <Application>Microsoft Office PowerPoint</Application>
  <PresentationFormat>自定义</PresentationFormat>
  <Paragraphs>110</Paragraphs>
  <Slides>1</Slides>
  <Notes>0</Notes>
  <HiddenSlides>0</HiddenSlides>
  <MMClips>0</MMClips>
  <ScaleCrop>false</ScaleCrop>
  <HeadingPairs>
    <vt:vector size="6" baseType="variant">
      <vt:variant>
        <vt:lpstr>已用的字体</vt:lpstr>
      </vt:variant>
      <vt:variant>
        <vt:i4>1</vt:i4>
      </vt:variant>
      <vt:variant>
        <vt:lpstr>主题</vt:lpstr>
      </vt:variant>
      <vt:variant>
        <vt:i4>1</vt:i4>
      </vt:variant>
      <vt:variant>
        <vt:lpstr>幻灯片标题</vt:lpstr>
      </vt:variant>
      <vt:variant>
        <vt:i4>1</vt:i4>
      </vt:variant>
    </vt:vector>
  </HeadingPairs>
  <TitlesOfParts>
    <vt:vector size="3" baseType="lpstr">
      <vt:lpstr>Arial</vt:lpstr>
      <vt:lpstr>UCL_Yellow_A0_Landscape_Poster_Theme</vt:lpstr>
      <vt:lpstr>Attention U-Net Application: Dynamic Landslide Monitoring in Japan's Climate-Vulnerable Mountain Ecosystems</vt:lpstr>
    </vt:vector>
  </TitlesOfParts>
  <Company>University College London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A0 Landscape Poster Template</dc:subject>
  <dc:creator>Petterson, Helen</dc:creator>
  <cp:keywords>A0 Landscape Poster</cp:keywords>
  <cp:lastModifiedBy>Jeffrey Yin</cp:lastModifiedBy>
  <cp:revision>14</cp:revision>
  <dcterms:created xsi:type="dcterms:W3CDTF">2020-10-13T11:51:32Z</dcterms:created>
  <dcterms:modified xsi:type="dcterms:W3CDTF">2025-12-11T15:50:50Z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0x010100994ADD47B68F244089BBDDC01A883908</vt:lpwstr>
  </property>
</Properties>
</file>